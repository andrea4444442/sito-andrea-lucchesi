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7" r:id="rId2"/>
    <p:sldId id="282" r:id="rId3"/>
    <p:sldId id="294" r:id="rId4"/>
    <p:sldId id="266" r:id="rId5"/>
    <p:sldId id="267" r:id="rId6"/>
    <p:sldId id="288" r:id="rId7"/>
    <p:sldId id="277" r:id="rId8"/>
    <p:sldId id="284" r:id="rId9"/>
    <p:sldId id="285" r:id="rId10"/>
    <p:sldId id="276" r:id="rId11"/>
    <p:sldId id="291" r:id="rId12"/>
    <p:sldId id="289" r:id="rId13"/>
    <p:sldId id="269" r:id="rId14"/>
    <p:sldId id="298" r:id="rId15"/>
    <p:sldId id="293" r:id="rId16"/>
    <p:sldId id="290" r:id="rId17"/>
    <p:sldId id="271" r:id="rId18"/>
    <p:sldId id="295" r:id="rId19"/>
    <p:sldId id="273" r:id="rId20"/>
    <p:sldId id="296" r:id="rId21"/>
    <p:sldId id="297" r:id="rId22"/>
    <p:sldId id="283"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316533-2199-5347-A03E-B92E3EEBDBEA}" v="4390" dt="2023-05-16T20:12:49.004"/>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Stile medio 4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Stile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Stile medio 4 - Color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25E5076-3810-47DD-B79F-674D7AD40C01}" styleName="Stile scuro 1 - Color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Stile 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ile medio 3 - Color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2838BEF-8BB2-4498-84A7-C5851F593DF1}" styleName="Stile medio 4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Stile scuro 1 - Colore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9631B5-78F2-41C9-869B-9F39066F8104}" styleName="Stile medio 3 - Colore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Stile medio 3 - Color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Stile medio 3 - Color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Stile medio 3 - Colore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94"/>
    <p:restoredTop sz="94582"/>
  </p:normalViewPr>
  <p:slideViewPr>
    <p:cSldViewPr snapToGrid="0">
      <p:cViewPr varScale="1">
        <p:scale>
          <a:sx n="120" d="100"/>
          <a:sy n="120" d="100"/>
        </p:scale>
        <p:origin x="46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Lucchesi" userId="55048a12-82ae-47e8-a99b-5604122a4ce8" providerId="ADAL" clId="{9D316533-2199-5347-A03E-B92E3EEBDBEA}"/>
    <pc:docChg chg="undo redo custSel addSld delSld modSld sldOrd modMainMaster addSection delSection">
      <pc:chgData name="Andrea Lucchesi" userId="55048a12-82ae-47e8-a99b-5604122a4ce8" providerId="ADAL" clId="{9D316533-2199-5347-A03E-B92E3EEBDBEA}" dt="2023-05-16T20:17:27.504" v="20995" actId="14861"/>
      <pc:docMkLst>
        <pc:docMk/>
      </pc:docMkLst>
      <pc:sldChg chg="delSp del mod">
        <pc:chgData name="Andrea Lucchesi" userId="55048a12-82ae-47e8-a99b-5604122a4ce8" providerId="ADAL" clId="{9D316533-2199-5347-A03E-B92E3EEBDBEA}" dt="2023-05-03T20:18:20.503" v="5" actId="2696"/>
        <pc:sldMkLst>
          <pc:docMk/>
          <pc:sldMk cId="2366844040" sldId="256"/>
        </pc:sldMkLst>
        <pc:picChg chg="del">
          <ac:chgData name="Andrea Lucchesi" userId="55048a12-82ae-47e8-a99b-5604122a4ce8" providerId="ADAL" clId="{9D316533-2199-5347-A03E-B92E3EEBDBEA}" dt="2023-05-03T20:18:07.943" v="4" actId="478"/>
          <ac:picMkLst>
            <pc:docMk/>
            <pc:sldMk cId="2366844040" sldId="256"/>
            <ac:picMk id="11" creationId="{0916886C-D993-D867-C5E1-3AF99CBF8C2A}"/>
          </ac:picMkLst>
        </pc:picChg>
      </pc:sldChg>
      <pc:sldChg chg="addSp delSp modSp mod modTransition setBg">
        <pc:chgData name="Andrea Lucchesi" userId="55048a12-82ae-47e8-a99b-5604122a4ce8" providerId="ADAL" clId="{9D316533-2199-5347-A03E-B92E3EEBDBEA}" dt="2023-05-16T16:30:15.221" v="20857" actId="1076"/>
        <pc:sldMkLst>
          <pc:docMk/>
          <pc:sldMk cId="3097526029" sldId="257"/>
        </pc:sldMkLst>
        <pc:spChg chg="mod">
          <ac:chgData name="Andrea Lucchesi" userId="55048a12-82ae-47e8-a99b-5604122a4ce8" providerId="ADAL" clId="{9D316533-2199-5347-A03E-B92E3EEBDBEA}" dt="2023-05-10T09:22:50.905" v="11859" actId="113"/>
          <ac:spMkLst>
            <pc:docMk/>
            <pc:sldMk cId="3097526029" sldId="257"/>
            <ac:spMk id="2" creationId="{1AB6AF09-9947-9241-BA77-15A25DF76083}"/>
          </ac:spMkLst>
        </pc:spChg>
        <pc:spChg chg="mod">
          <ac:chgData name="Andrea Lucchesi" userId="55048a12-82ae-47e8-a99b-5604122a4ce8" providerId="ADAL" clId="{9D316533-2199-5347-A03E-B92E3EEBDBEA}" dt="2023-05-10T09:22:40.178" v="11857" actId="113"/>
          <ac:spMkLst>
            <pc:docMk/>
            <pc:sldMk cId="3097526029" sldId="257"/>
            <ac:spMk id="3" creationId="{6E47E6FA-058A-662D-11BD-21E2436264E4}"/>
          </ac:spMkLst>
        </pc:spChg>
        <pc:spChg chg="add del mod">
          <ac:chgData name="Andrea Lucchesi" userId="55048a12-82ae-47e8-a99b-5604122a4ce8" providerId="ADAL" clId="{9D316533-2199-5347-A03E-B92E3EEBDBEA}" dt="2023-05-09T17:43:42.903" v="9942"/>
          <ac:spMkLst>
            <pc:docMk/>
            <pc:sldMk cId="3097526029" sldId="257"/>
            <ac:spMk id="5" creationId="{6F3E0AEC-14F9-56CC-E026-A8EABB89E290}"/>
          </ac:spMkLst>
        </pc:spChg>
        <pc:spChg chg="add mod">
          <ac:chgData name="Andrea Lucchesi" userId="55048a12-82ae-47e8-a99b-5604122a4ce8" providerId="ADAL" clId="{9D316533-2199-5347-A03E-B92E3EEBDBEA}" dt="2023-05-16T16:30:12.213" v="20855" actId="14100"/>
          <ac:spMkLst>
            <pc:docMk/>
            <pc:sldMk cId="3097526029" sldId="257"/>
            <ac:spMk id="5" creationId="{E5620B3A-8EF2-7CB4-D876-4FC3F5B78A93}"/>
          </ac:spMkLst>
        </pc:spChg>
        <pc:spChg chg="add mod">
          <ac:chgData name="Andrea Lucchesi" userId="55048a12-82ae-47e8-a99b-5604122a4ce8" providerId="ADAL" clId="{9D316533-2199-5347-A03E-B92E3EEBDBEA}" dt="2023-05-09T17:43:49.506" v="9943"/>
          <ac:spMkLst>
            <pc:docMk/>
            <pc:sldMk cId="3097526029" sldId="257"/>
            <ac:spMk id="7" creationId="{40DAB08A-FE63-7B6A-5A53-5990D62EA00C}"/>
          </ac:spMkLst>
        </pc:spChg>
        <pc:spChg chg="mod">
          <ac:chgData name="Andrea Lucchesi" userId="55048a12-82ae-47e8-a99b-5604122a4ce8" providerId="ADAL" clId="{9D316533-2199-5347-A03E-B92E3EEBDBEA}" dt="2023-05-09T10:38:04.771" v="7108" actId="207"/>
          <ac:spMkLst>
            <pc:docMk/>
            <pc:sldMk cId="3097526029" sldId="257"/>
            <ac:spMk id="8" creationId="{21A26D2F-CE6A-B6A4-8F2C-78E3D46B80B3}"/>
          </ac:spMkLst>
        </pc:spChg>
        <pc:spChg chg="mod">
          <ac:chgData name="Andrea Lucchesi" userId="55048a12-82ae-47e8-a99b-5604122a4ce8" providerId="ADAL" clId="{9D316533-2199-5347-A03E-B92E3EEBDBEA}" dt="2023-05-09T10:38:00.133" v="7107" actId="14100"/>
          <ac:spMkLst>
            <pc:docMk/>
            <pc:sldMk cId="3097526029" sldId="257"/>
            <ac:spMk id="9" creationId="{48569510-EC91-CF06-56F8-7628E43482A8}"/>
          </ac:spMkLst>
        </pc:spChg>
        <pc:picChg chg="mod">
          <ac:chgData name="Andrea Lucchesi" userId="55048a12-82ae-47e8-a99b-5604122a4ce8" providerId="ADAL" clId="{9D316533-2199-5347-A03E-B92E3EEBDBEA}" dt="2023-05-09T17:55:14.323" v="10166" actId="14861"/>
          <ac:picMkLst>
            <pc:docMk/>
            <pc:sldMk cId="3097526029" sldId="257"/>
            <ac:picMk id="4" creationId="{49800CB8-5653-D544-9B18-DE09FAAEAF50}"/>
          </ac:picMkLst>
        </pc:picChg>
        <pc:picChg chg="mod">
          <ac:chgData name="Andrea Lucchesi" userId="55048a12-82ae-47e8-a99b-5604122a4ce8" providerId="ADAL" clId="{9D316533-2199-5347-A03E-B92E3EEBDBEA}" dt="2023-05-09T17:55:22" v="10167" actId="14861"/>
          <ac:picMkLst>
            <pc:docMk/>
            <pc:sldMk cId="3097526029" sldId="257"/>
            <ac:picMk id="6" creationId="{F90F244F-A0E7-06D7-E9D9-F0CFDCE248FB}"/>
          </ac:picMkLst>
        </pc:picChg>
        <pc:picChg chg="add del mod">
          <ac:chgData name="Andrea Lucchesi" userId="55048a12-82ae-47e8-a99b-5604122a4ce8" providerId="ADAL" clId="{9D316533-2199-5347-A03E-B92E3EEBDBEA}" dt="2023-05-10T09:22:11.288" v="11852"/>
          <ac:picMkLst>
            <pc:docMk/>
            <pc:sldMk cId="3097526029" sldId="257"/>
            <ac:picMk id="10" creationId="{CEF665D5-B305-BA1A-248A-89075BC82A4B}"/>
          </ac:picMkLst>
        </pc:picChg>
        <pc:picChg chg="add del mod">
          <ac:chgData name="Andrea Lucchesi" userId="55048a12-82ae-47e8-a99b-5604122a4ce8" providerId="ADAL" clId="{9D316533-2199-5347-A03E-B92E3EEBDBEA}" dt="2023-05-16T16:30:15.221" v="20857" actId="1076"/>
          <ac:picMkLst>
            <pc:docMk/>
            <pc:sldMk cId="3097526029" sldId="257"/>
            <ac:picMk id="11" creationId="{92356E7D-EC8C-A86A-9943-6DA644ABFC2B}"/>
          </ac:picMkLst>
        </pc:picChg>
        <pc:picChg chg="add del mod">
          <ac:chgData name="Andrea Lucchesi" userId="55048a12-82ae-47e8-a99b-5604122a4ce8" providerId="ADAL" clId="{9D316533-2199-5347-A03E-B92E3EEBDBEA}" dt="2023-05-10T09:24:38.826" v="11874"/>
          <ac:picMkLst>
            <pc:docMk/>
            <pc:sldMk cId="3097526029" sldId="257"/>
            <ac:picMk id="13" creationId="{C7CE1A67-EC41-A851-1C09-29FD4524E4DF}"/>
          </ac:picMkLst>
        </pc:picChg>
        <pc:picChg chg="add del mod">
          <ac:chgData name="Andrea Lucchesi" userId="55048a12-82ae-47e8-a99b-5604122a4ce8" providerId="ADAL" clId="{9D316533-2199-5347-A03E-B92E3EEBDBEA}" dt="2023-05-10T09:24:37.229" v="11870"/>
          <ac:picMkLst>
            <pc:docMk/>
            <pc:sldMk cId="3097526029" sldId="257"/>
            <ac:picMk id="15" creationId="{34D03667-23B1-5216-52B5-EA6D183282B5}"/>
          </ac:picMkLst>
        </pc:picChg>
        <pc:picChg chg="add del mod">
          <ac:chgData name="Andrea Lucchesi" userId="55048a12-82ae-47e8-a99b-5604122a4ce8" providerId="ADAL" clId="{9D316533-2199-5347-A03E-B92E3EEBDBEA}" dt="2023-05-10T09:28:49.409" v="11916"/>
          <ac:picMkLst>
            <pc:docMk/>
            <pc:sldMk cId="3097526029" sldId="257"/>
            <ac:picMk id="17" creationId="{513E176C-3557-8F1C-896A-1DE91DB8538E}"/>
          </ac:picMkLst>
        </pc:picChg>
      </pc:sldChg>
      <pc:sldChg chg="new del">
        <pc:chgData name="Andrea Lucchesi" userId="55048a12-82ae-47e8-a99b-5604122a4ce8" providerId="ADAL" clId="{9D316533-2199-5347-A03E-B92E3EEBDBEA}" dt="2023-05-03T20:18:59.629" v="11" actId="2696"/>
        <pc:sldMkLst>
          <pc:docMk/>
          <pc:sldMk cId="3320221291" sldId="258"/>
        </pc:sldMkLst>
      </pc:sldChg>
      <pc:sldChg chg="addSp delSp modSp add del mod">
        <pc:chgData name="Andrea Lucchesi" userId="55048a12-82ae-47e8-a99b-5604122a4ce8" providerId="ADAL" clId="{9D316533-2199-5347-A03E-B92E3EEBDBEA}" dt="2023-05-05T09:48:26.220" v="19" actId="2696"/>
        <pc:sldMkLst>
          <pc:docMk/>
          <pc:sldMk cId="702787767" sldId="259"/>
        </pc:sldMkLst>
        <pc:spChg chg="del mod">
          <ac:chgData name="Andrea Lucchesi" userId="55048a12-82ae-47e8-a99b-5604122a4ce8" providerId="ADAL" clId="{9D316533-2199-5347-A03E-B92E3EEBDBEA}" dt="2023-05-05T09:48:07.500" v="17" actId="478"/>
          <ac:spMkLst>
            <pc:docMk/>
            <pc:sldMk cId="702787767" sldId="259"/>
            <ac:spMk id="3" creationId="{6E47E6FA-058A-662D-11BD-21E2436264E4}"/>
          </ac:spMkLst>
        </pc:spChg>
        <pc:spChg chg="add mod">
          <ac:chgData name="Andrea Lucchesi" userId="55048a12-82ae-47e8-a99b-5604122a4ce8" providerId="ADAL" clId="{9D316533-2199-5347-A03E-B92E3EEBDBEA}" dt="2023-05-05T09:48:13.489" v="18" actId="5793"/>
          <ac:spMkLst>
            <pc:docMk/>
            <pc:sldMk cId="702787767" sldId="259"/>
            <ac:spMk id="7" creationId="{A7A6D2BC-345D-BD3D-C127-3846652E2CEC}"/>
          </ac:spMkLst>
        </pc:spChg>
        <pc:spChg chg="del mod">
          <ac:chgData name="Andrea Lucchesi" userId="55048a12-82ae-47e8-a99b-5604122a4ce8" providerId="ADAL" clId="{9D316533-2199-5347-A03E-B92E3EEBDBEA}" dt="2023-05-05T09:48:04.222" v="15" actId="478"/>
          <ac:spMkLst>
            <pc:docMk/>
            <pc:sldMk cId="702787767" sldId="259"/>
            <ac:spMk id="9" creationId="{48569510-EC91-CF06-56F8-7628E43482A8}"/>
          </ac:spMkLst>
        </pc:spChg>
      </pc:sldChg>
      <pc:sldChg chg="addSp delSp modSp add del mod setBg">
        <pc:chgData name="Andrea Lucchesi" userId="55048a12-82ae-47e8-a99b-5604122a4ce8" providerId="ADAL" clId="{9D316533-2199-5347-A03E-B92E3EEBDBEA}" dt="2023-05-05T10:05:07.418" v="948" actId="2696"/>
        <pc:sldMkLst>
          <pc:docMk/>
          <pc:sldMk cId="3378911656" sldId="260"/>
        </pc:sldMkLst>
        <pc:spChg chg="del">
          <ac:chgData name="Andrea Lucchesi" userId="55048a12-82ae-47e8-a99b-5604122a4ce8" providerId="ADAL" clId="{9D316533-2199-5347-A03E-B92E3EEBDBEA}" dt="2023-05-05T09:48:32.132" v="20" actId="478"/>
          <ac:spMkLst>
            <pc:docMk/>
            <pc:sldMk cId="3378911656" sldId="260"/>
            <ac:spMk id="2" creationId="{1AB6AF09-9947-9241-BA77-15A25DF76083}"/>
          </ac:spMkLst>
        </pc:spChg>
        <pc:spChg chg="del mod">
          <ac:chgData name="Andrea Lucchesi" userId="55048a12-82ae-47e8-a99b-5604122a4ce8" providerId="ADAL" clId="{9D316533-2199-5347-A03E-B92E3EEBDBEA}" dt="2023-05-05T09:48:41.417" v="23" actId="478"/>
          <ac:spMkLst>
            <pc:docMk/>
            <pc:sldMk cId="3378911656" sldId="260"/>
            <ac:spMk id="3" creationId="{6E47E6FA-058A-662D-11BD-21E2436264E4}"/>
          </ac:spMkLst>
        </pc:spChg>
        <pc:spChg chg="add mod">
          <ac:chgData name="Andrea Lucchesi" userId="55048a12-82ae-47e8-a99b-5604122a4ce8" providerId="ADAL" clId="{9D316533-2199-5347-A03E-B92E3EEBDBEA}" dt="2023-05-05T09:50:43.754" v="86" actId="113"/>
          <ac:spMkLst>
            <pc:docMk/>
            <pc:sldMk cId="3378911656" sldId="260"/>
            <ac:spMk id="7" creationId="{EADBC930-41DF-70B4-D430-4F65A4563D87}"/>
          </ac:spMkLst>
        </pc:spChg>
        <pc:spChg chg="del">
          <ac:chgData name="Andrea Lucchesi" userId="55048a12-82ae-47e8-a99b-5604122a4ce8" providerId="ADAL" clId="{9D316533-2199-5347-A03E-B92E3EEBDBEA}" dt="2023-05-05T09:48:46.644" v="24" actId="478"/>
          <ac:spMkLst>
            <pc:docMk/>
            <pc:sldMk cId="3378911656" sldId="260"/>
            <ac:spMk id="8" creationId="{21A26D2F-CE6A-B6A4-8F2C-78E3D46B80B3}"/>
          </ac:spMkLst>
        </pc:spChg>
        <pc:spChg chg="del mod">
          <ac:chgData name="Andrea Lucchesi" userId="55048a12-82ae-47e8-a99b-5604122a4ce8" providerId="ADAL" clId="{9D316533-2199-5347-A03E-B92E3EEBDBEA}" dt="2023-05-05T09:48:52.326" v="27" actId="478"/>
          <ac:spMkLst>
            <pc:docMk/>
            <pc:sldMk cId="3378911656" sldId="260"/>
            <ac:spMk id="9" creationId="{48569510-EC91-CF06-56F8-7628E43482A8}"/>
          </ac:spMkLst>
        </pc:spChg>
        <pc:spChg chg="add del mod">
          <ac:chgData name="Andrea Lucchesi" userId="55048a12-82ae-47e8-a99b-5604122a4ce8" providerId="ADAL" clId="{9D316533-2199-5347-A03E-B92E3EEBDBEA}" dt="2023-05-05T09:49:56.507" v="76" actId="478"/>
          <ac:spMkLst>
            <pc:docMk/>
            <pc:sldMk cId="3378911656" sldId="260"/>
            <ac:spMk id="12" creationId="{C9A12AA1-DBE0-72E8-276F-35371ED7DE66}"/>
          </ac:spMkLst>
        </pc:spChg>
        <pc:graphicFrameChg chg="add modGraphic">
          <ac:chgData name="Andrea Lucchesi" userId="55048a12-82ae-47e8-a99b-5604122a4ce8" providerId="ADAL" clId="{9D316533-2199-5347-A03E-B92E3EEBDBEA}" dt="2023-05-05T10:05:05.811" v="947" actId="1032"/>
          <ac:graphicFrameMkLst>
            <pc:docMk/>
            <pc:sldMk cId="3378911656" sldId="260"/>
            <ac:graphicFrameMk id="2" creationId="{B67AA61C-EC7C-8CEE-1D03-89C062A7FA8A}"/>
          </ac:graphicFrameMkLst>
        </pc:graphicFrameChg>
        <pc:graphicFrameChg chg="add del mod modGraphic">
          <ac:chgData name="Andrea Lucchesi" userId="55048a12-82ae-47e8-a99b-5604122a4ce8" providerId="ADAL" clId="{9D316533-2199-5347-A03E-B92E3EEBDBEA}" dt="2023-05-05T09:56:49.478" v="904" actId="478"/>
          <ac:graphicFrameMkLst>
            <pc:docMk/>
            <pc:sldMk cId="3378911656" sldId="260"/>
            <ac:graphicFrameMk id="13" creationId="{647C2CA4-506C-0E4A-2981-D0068B875EA3}"/>
          </ac:graphicFrameMkLst>
        </pc:graphicFrameChg>
        <pc:graphicFrameChg chg="add del mod modGraphic">
          <ac:chgData name="Andrea Lucchesi" userId="55048a12-82ae-47e8-a99b-5604122a4ce8" providerId="ADAL" clId="{9D316533-2199-5347-A03E-B92E3EEBDBEA}" dt="2023-05-05T10:01:08.249" v="946" actId="478"/>
          <ac:graphicFrameMkLst>
            <pc:docMk/>
            <pc:sldMk cId="3378911656" sldId="260"/>
            <ac:graphicFrameMk id="14" creationId="{CDFA916C-705A-6C8A-15F6-C20688201978}"/>
          </ac:graphicFrameMkLst>
        </pc:graphicFrameChg>
        <pc:picChg chg="mod">
          <ac:chgData name="Andrea Lucchesi" userId="55048a12-82ae-47e8-a99b-5604122a4ce8" providerId="ADAL" clId="{9D316533-2199-5347-A03E-B92E3EEBDBEA}" dt="2023-05-05T09:49:12.102" v="31" actId="1076"/>
          <ac:picMkLst>
            <pc:docMk/>
            <pc:sldMk cId="3378911656" sldId="260"/>
            <ac:picMk id="4" creationId="{49800CB8-5653-D544-9B18-DE09FAAEAF50}"/>
          </ac:picMkLst>
        </pc:picChg>
        <pc:picChg chg="del">
          <ac:chgData name="Andrea Lucchesi" userId="55048a12-82ae-47e8-a99b-5604122a4ce8" providerId="ADAL" clId="{9D316533-2199-5347-A03E-B92E3EEBDBEA}" dt="2023-05-05T09:48:38.413" v="21" actId="478"/>
          <ac:picMkLst>
            <pc:docMk/>
            <pc:sldMk cId="3378911656" sldId="260"/>
            <ac:picMk id="6" creationId="{F90F244F-A0E7-06D7-E9D9-F0CFDCE248FB}"/>
          </ac:picMkLst>
        </pc:picChg>
        <pc:picChg chg="add del mod">
          <ac:chgData name="Andrea Lucchesi" userId="55048a12-82ae-47e8-a99b-5604122a4ce8" providerId="ADAL" clId="{9D316533-2199-5347-A03E-B92E3EEBDBEA}" dt="2023-05-05T10:01:06.781" v="945" actId="478"/>
          <ac:picMkLst>
            <pc:docMk/>
            <pc:sldMk cId="3378911656" sldId="260"/>
            <ac:picMk id="11" creationId="{92356E7D-EC8C-A86A-9943-6DA644ABFC2B}"/>
          </ac:picMkLst>
        </pc:picChg>
      </pc:sldChg>
      <pc:sldChg chg="add del">
        <pc:chgData name="Andrea Lucchesi" userId="55048a12-82ae-47e8-a99b-5604122a4ce8" providerId="ADAL" clId="{9D316533-2199-5347-A03E-B92E3EEBDBEA}" dt="2023-05-05T09:51:05.055" v="87" actId="2696"/>
        <pc:sldMkLst>
          <pc:docMk/>
          <pc:sldMk cId="933037850" sldId="261"/>
        </pc:sldMkLst>
      </pc:sldChg>
      <pc:sldChg chg="addSp delSp modSp add del mod setBg">
        <pc:chgData name="Andrea Lucchesi" userId="55048a12-82ae-47e8-a99b-5604122a4ce8" providerId="ADAL" clId="{9D316533-2199-5347-A03E-B92E3EEBDBEA}" dt="2023-05-09T17:49:39.440" v="10120" actId="2696"/>
        <pc:sldMkLst>
          <pc:docMk/>
          <pc:sldMk cId="969897543" sldId="261"/>
        </pc:sldMkLst>
        <pc:spChg chg="add del mod">
          <ac:chgData name="Andrea Lucchesi" userId="55048a12-82ae-47e8-a99b-5604122a4ce8" providerId="ADAL" clId="{9D316533-2199-5347-A03E-B92E3EEBDBEA}" dt="2023-05-09T17:25:38.345" v="9544" actId="478"/>
          <ac:spMkLst>
            <pc:docMk/>
            <pc:sldMk cId="969897543" sldId="261"/>
            <ac:spMk id="6" creationId="{5E8981CD-8E9D-C993-329F-262CC5D418A4}"/>
          </ac:spMkLst>
        </pc:spChg>
        <pc:spChg chg="mod">
          <ac:chgData name="Andrea Lucchesi" userId="55048a12-82ae-47e8-a99b-5604122a4ce8" providerId="ADAL" clId="{9D316533-2199-5347-A03E-B92E3EEBDBEA}" dt="2023-05-09T17:42:14.280" v="9928" actId="26606"/>
          <ac:spMkLst>
            <pc:docMk/>
            <pc:sldMk cId="969897543" sldId="261"/>
            <ac:spMk id="7" creationId="{EADBC930-41DF-70B4-D430-4F65A4563D87}"/>
          </ac:spMkLst>
        </pc:spChg>
        <pc:spChg chg="add del">
          <ac:chgData name="Andrea Lucchesi" userId="55048a12-82ae-47e8-a99b-5604122a4ce8" providerId="ADAL" clId="{9D316533-2199-5347-A03E-B92E3EEBDBEA}" dt="2023-05-09T17:26:05.219" v="9546" actId="26606"/>
          <ac:spMkLst>
            <pc:docMk/>
            <pc:sldMk cId="969897543" sldId="261"/>
            <ac:spMk id="9" creationId="{3B438362-1E1E-4C62-A99E-4134CB16366C}"/>
          </ac:spMkLst>
        </pc:spChg>
        <pc:spChg chg="add del">
          <ac:chgData name="Andrea Lucchesi" userId="55048a12-82ae-47e8-a99b-5604122a4ce8" providerId="ADAL" clId="{9D316533-2199-5347-A03E-B92E3EEBDBEA}" dt="2023-05-09T17:26:05.219" v="9546" actId="26606"/>
          <ac:spMkLst>
            <pc:docMk/>
            <pc:sldMk cId="969897543" sldId="261"/>
            <ac:spMk id="10" creationId="{6C077334-5571-4B83-A83E-4CCCFA7B5E8A}"/>
          </ac:spMkLst>
        </pc:spChg>
        <pc:spChg chg="add del">
          <ac:chgData name="Andrea Lucchesi" userId="55048a12-82ae-47e8-a99b-5604122a4ce8" providerId="ADAL" clId="{9D316533-2199-5347-A03E-B92E3EEBDBEA}" dt="2023-05-09T17:26:05.219" v="9546" actId="26606"/>
          <ac:spMkLst>
            <pc:docMk/>
            <pc:sldMk cId="969897543" sldId="261"/>
            <ac:spMk id="12" creationId="{231598CC-E9D8-46F1-A31D-21527BFD635F}"/>
          </ac:spMkLst>
        </pc:spChg>
        <pc:spChg chg="add del">
          <ac:chgData name="Andrea Lucchesi" userId="55048a12-82ae-47e8-a99b-5604122a4ce8" providerId="ADAL" clId="{9D316533-2199-5347-A03E-B92E3EEBDBEA}" dt="2023-05-09T17:26:05.219" v="9546" actId="26606"/>
          <ac:spMkLst>
            <pc:docMk/>
            <pc:sldMk cId="969897543" sldId="261"/>
            <ac:spMk id="14" creationId="{CB147A70-DC29-4DDF-A34C-2B82C6E2295E}"/>
          </ac:spMkLst>
        </pc:spChg>
        <pc:spChg chg="add del">
          <ac:chgData name="Andrea Lucchesi" userId="55048a12-82ae-47e8-a99b-5604122a4ce8" providerId="ADAL" clId="{9D316533-2199-5347-A03E-B92E3EEBDBEA}" dt="2023-05-05T10:15:14.619" v="1122" actId="26606"/>
          <ac:spMkLst>
            <pc:docMk/>
            <pc:sldMk cId="969897543" sldId="261"/>
            <ac:spMk id="16" creationId="{61293230-B0F6-45B1-96D1-13D18E242995}"/>
          </ac:spMkLst>
        </pc:spChg>
        <pc:spChg chg="add del">
          <ac:chgData name="Andrea Lucchesi" userId="55048a12-82ae-47e8-a99b-5604122a4ce8" providerId="ADAL" clId="{9D316533-2199-5347-A03E-B92E3EEBDBEA}" dt="2023-05-05T10:15:14.619" v="1122" actId="26606"/>
          <ac:spMkLst>
            <pc:docMk/>
            <pc:sldMk cId="969897543" sldId="261"/>
            <ac:spMk id="18" creationId="{DB74BAD7-F0FC-4719-A31F-1ABDB62116DA}"/>
          </ac:spMkLst>
        </pc:spChg>
        <pc:spChg chg="add del">
          <ac:chgData name="Andrea Lucchesi" userId="55048a12-82ae-47e8-a99b-5604122a4ce8" providerId="ADAL" clId="{9D316533-2199-5347-A03E-B92E3EEBDBEA}" dt="2023-05-09T17:26:05.219" v="9546" actId="26606"/>
          <ac:spMkLst>
            <pc:docMk/>
            <pc:sldMk cId="969897543" sldId="261"/>
            <ac:spMk id="22" creationId="{0F646DF8-223D-47DD-95B1-F2654229E56C}"/>
          </ac:spMkLst>
        </pc:spChg>
        <pc:spChg chg="add del">
          <ac:chgData name="Andrea Lucchesi" userId="55048a12-82ae-47e8-a99b-5604122a4ce8" providerId="ADAL" clId="{9D316533-2199-5347-A03E-B92E3EEBDBEA}" dt="2023-05-05T10:15:12.557" v="1117" actId="26606"/>
          <ac:spMkLst>
            <pc:docMk/>
            <pc:sldMk cId="969897543" sldId="261"/>
            <ac:spMk id="23" creationId="{E698F7DB-50DA-4359-AB57-E3DA492A0074}"/>
          </ac:spMkLst>
        </pc:spChg>
        <pc:spChg chg="add del">
          <ac:chgData name="Andrea Lucchesi" userId="55048a12-82ae-47e8-a99b-5604122a4ce8" providerId="ADAL" clId="{9D316533-2199-5347-A03E-B92E3EEBDBEA}" dt="2023-05-09T17:26:05.219" v="9546" actId="26606"/>
          <ac:spMkLst>
            <pc:docMk/>
            <pc:sldMk cId="969897543" sldId="261"/>
            <ac:spMk id="24" creationId="{4D3DC50D-CA0F-48F9-B17E-20D8669AA4E0}"/>
          </ac:spMkLst>
        </pc:spChg>
        <pc:spChg chg="add del">
          <ac:chgData name="Andrea Lucchesi" userId="55048a12-82ae-47e8-a99b-5604122a4ce8" providerId="ADAL" clId="{9D316533-2199-5347-A03E-B92E3EEBDBEA}" dt="2023-05-05T10:15:12.557" v="1117" actId="26606"/>
          <ac:spMkLst>
            <pc:docMk/>
            <pc:sldMk cId="969897543" sldId="261"/>
            <ac:spMk id="25" creationId="{640B2599-8958-480A-B5BB-A76A74D7084C}"/>
          </ac:spMkLst>
        </pc:spChg>
        <pc:spChg chg="add del">
          <ac:chgData name="Andrea Lucchesi" userId="55048a12-82ae-47e8-a99b-5604122a4ce8" providerId="ADAL" clId="{9D316533-2199-5347-A03E-B92E3EEBDBEA}" dt="2023-05-09T17:26:43.353" v="9551" actId="26606"/>
          <ac:spMkLst>
            <pc:docMk/>
            <pc:sldMk cId="969897543" sldId="261"/>
            <ac:spMk id="26" creationId="{D2B783EE-0239-4717-BBEA-8C9EAC61C824}"/>
          </ac:spMkLst>
        </pc:spChg>
        <pc:spChg chg="add del">
          <ac:chgData name="Andrea Lucchesi" userId="55048a12-82ae-47e8-a99b-5604122a4ce8" providerId="ADAL" clId="{9D316533-2199-5347-A03E-B92E3EEBDBEA}" dt="2023-05-09T17:26:43.353" v="9551" actId="26606"/>
          <ac:spMkLst>
            <pc:docMk/>
            <pc:sldMk cId="969897543" sldId="261"/>
            <ac:spMk id="27" creationId="{A7B99495-F43F-4D80-A44F-2CB4764EB90B}"/>
          </ac:spMkLst>
        </pc:spChg>
        <pc:spChg chg="add del">
          <ac:chgData name="Andrea Lucchesi" userId="55048a12-82ae-47e8-a99b-5604122a4ce8" providerId="ADAL" clId="{9D316533-2199-5347-A03E-B92E3EEBDBEA}" dt="2023-05-09T17:26:43.353" v="9551" actId="26606"/>
          <ac:spMkLst>
            <pc:docMk/>
            <pc:sldMk cId="969897543" sldId="261"/>
            <ac:spMk id="28" creationId="{70BEB1E7-2F88-40BC-B73D-42E5B6F80BFC}"/>
          </ac:spMkLst>
        </pc:spChg>
        <pc:spChg chg="add del">
          <ac:chgData name="Andrea Lucchesi" userId="55048a12-82ae-47e8-a99b-5604122a4ce8" providerId="ADAL" clId="{9D316533-2199-5347-A03E-B92E3EEBDBEA}" dt="2023-05-09T17:27:12.586" v="9552" actId="26606"/>
          <ac:spMkLst>
            <pc:docMk/>
            <pc:sldMk cId="969897543" sldId="261"/>
            <ac:spMk id="33" creationId="{53E60C6D-4E85-4E14-BCDF-BF15C241F7CA}"/>
          </ac:spMkLst>
        </pc:spChg>
        <pc:spChg chg="add del">
          <ac:chgData name="Andrea Lucchesi" userId="55048a12-82ae-47e8-a99b-5604122a4ce8" providerId="ADAL" clId="{9D316533-2199-5347-A03E-B92E3EEBDBEA}" dt="2023-05-09T17:27:12.586" v="9552" actId="26606"/>
          <ac:spMkLst>
            <pc:docMk/>
            <pc:sldMk cId="969897543" sldId="261"/>
            <ac:spMk id="35" creationId="{7D42D292-4C48-479B-9E59-E29CD9871C0C}"/>
          </ac:spMkLst>
        </pc:spChg>
        <pc:spChg chg="add del">
          <ac:chgData name="Andrea Lucchesi" userId="55048a12-82ae-47e8-a99b-5604122a4ce8" providerId="ADAL" clId="{9D316533-2199-5347-A03E-B92E3EEBDBEA}" dt="2023-05-09T17:27:12.586" v="9552" actId="26606"/>
          <ac:spMkLst>
            <pc:docMk/>
            <pc:sldMk cId="969897543" sldId="261"/>
            <ac:spMk id="37" creationId="{533DF362-939D-4EEE-8DC4-6B54607E5611}"/>
          </ac:spMkLst>
        </pc:spChg>
        <pc:spChg chg="add del">
          <ac:chgData name="Andrea Lucchesi" userId="55048a12-82ae-47e8-a99b-5604122a4ce8" providerId="ADAL" clId="{9D316533-2199-5347-A03E-B92E3EEBDBEA}" dt="2023-05-09T17:27:32.911" v="9556" actId="26606"/>
          <ac:spMkLst>
            <pc:docMk/>
            <pc:sldMk cId="969897543" sldId="261"/>
            <ac:spMk id="42" creationId="{A2679492-7988-4050-9056-542444452411}"/>
          </ac:spMkLst>
        </pc:spChg>
        <pc:spChg chg="add del">
          <ac:chgData name="Andrea Lucchesi" userId="55048a12-82ae-47e8-a99b-5604122a4ce8" providerId="ADAL" clId="{9D316533-2199-5347-A03E-B92E3EEBDBEA}" dt="2023-05-09T17:27:32.911" v="9556" actId="26606"/>
          <ac:spMkLst>
            <pc:docMk/>
            <pc:sldMk cId="969897543" sldId="261"/>
            <ac:spMk id="44" creationId="{B091B163-7D61-4891-ABCF-5C13D9C418D0}"/>
          </ac:spMkLst>
        </pc:spChg>
        <pc:spChg chg="add del">
          <ac:chgData name="Andrea Lucchesi" userId="55048a12-82ae-47e8-a99b-5604122a4ce8" providerId="ADAL" clId="{9D316533-2199-5347-A03E-B92E3EEBDBEA}" dt="2023-05-09T17:27:32.881" v="9555" actId="26606"/>
          <ac:spMkLst>
            <pc:docMk/>
            <pc:sldMk cId="969897543" sldId="261"/>
            <ac:spMk id="51" creationId="{330C0765-5A38-4A34-880C-9CC4C2E14FBA}"/>
          </ac:spMkLst>
        </pc:spChg>
        <pc:spChg chg="add del">
          <ac:chgData name="Andrea Lucchesi" userId="55048a12-82ae-47e8-a99b-5604122a4ce8" providerId="ADAL" clId="{9D316533-2199-5347-A03E-B92E3EEBDBEA}" dt="2023-05-09T17:27:57.858" v="9559" actId="26606"/>
          <ac:spMkLst>
            <pc:docMk/>
            <pc:sldMk cId="969897543" sldId="261"/>
            <ac:spMk id="60" creationId="{B3684CCF-CEBB-4D8E-A366-95E43D4C790B}"/>
          </ac:spMkLst>
        </pc:spChg>
        <pc:spChg chg="add del">
          <ac:chgData name="Andrea Lucchesi" userId="55048a12-82ae-47e8-a99b-5604122a4ce8" providerId="ADAL" clId="{9D316533-2199-5347-A03E-B92E3EEBDBEA}" dt="2023-05-09T17:27:57.858" v="9559" actId="26606"/>
          <ac:spMkLst>
            <pc:docMk/>
            <pc:sldMk cId="969897543" sldId="261"/>
            <ac:spMk id="61" creationId="{70BEB1E7-2F88-40BC-B73D-42E5B6F80BFC}"/>
          </ac:spMkLst>
        </pc:spChg>
        <pc:spChg chg="add del">
          <ac:chgData name="Andrea Lucchesi" userId="55048a12-82ae-47e8-a99b-5604122a4ce8" providerId="ADAL" clId="{9D316533-2199-5347-A03E-B92E3EEBDBEA}" dt="2023-05-09T17:42:14.280" v="9928" actId="26606"/>
          <ac:spMkLst>
            <pc:docMk/>
            <pc:sldMk cId="969897543" sldId="261"/>
            <ac:spMk id="66" creationId="{327D73B4-9F5C-4A64-A179-51B9500CB8B5}"/>
          </ac:spMkLst>
        </pc:spChg>
        <pc:spChg chg="add del">
          <ac:chgData name="Andrea Lucchesi" userId="55048a12-82ae-47e8-a99b-5604122a4ce8" providerId="ADAL" clId="{9D316533-2199-5347-A03E-B92E3EEBDBEA}" dt="2023-05-09T17:42:14.280" v="9928" actId="26606"/>
          <ac:spMkLst>
            <pc:docMk/>
            <pc:sldMk cId="969897543" sldId="261"/>
            <ac:spMk id="68" creationId="{85D33C90-E0E9-4BCC-847B-53431DF7C73A}"/>
          </ac:spMkLst>
        </pc:spChg>
        <pc:spChg chg="add del">
          <ac:chgData name="Andrea Lucchesi" userId="55048a12-82ae-47e8-a99b-5604122a4ce8" providerId="ADAL" clId="{9D316533-2199-5347-A03E-B92E3EEBDBEA}" dt="2023-05-09T17:42:14.280" v="9928" actId="26606"/>
          <ac:spMkLst>
            <pc:docMk/>
            <pc:sldMk cId="969897543" sldId="261"/>
            <ac:spMk id="70" creationId="{0743BE1B-E693-47F5-A9BA-46D13E0C9751}"/>
          </ac:spMkLst>
        </pc:spChg>
        <pc:spChg chg="add del">
          <ac:chgData name="Andrea Lucchesi" userId="55048a12-82ae-47e8-a99b-5604122a4ce8" providerId="ADAL" clId="{9D316533-2199-5347-A03E-B92E3EEBDBEA}" dt="2023-05-09T17:42:14.280" v="9928" actId="26606"/>
          <ac:spMkLst>
            <pc:docMk/>
            <pc:sldMk cId="969897543" sldId="261"/>
            <ac:spMk id="76" creationId="{1453BF6C-B012-48B7-B4E8-6D7AC7C27D02}"/>
          </ac:spMkLst>
        </pc:spChg>
        <pc:spChg chg="add del">
          <ac:chgData name="Andrea Lucchesi" userId="55048a12-82ae-47e8-a99b-5604122a4ce8" providerId="ADAL" clId="{9D316533-2199-5347-A03E-B92E3EEBDBEA}" dt="2023-05-09T17:42:14.280" v="9928" actId="26606"/>
          <ac:spMkLst>
            <pc:docMk/>
            <pc:sldMk cId="969897543" sldId="261"/>
            <ac:spMk id="78" creationId="{D0F14822-B1F1-4730-A131-C3416A790B0D}"/>
          </ac:spMkLst>
        </pc:spChg>
        <pc:spChg chg="add">
          <ac:chgData name="Andrea Lucchesi" userId="55048a12-82ae-47e8-a99b-5604122a4ce8" providerId="ADAL" clId="{9D316533-2199-5347-A03E-B92E3EEBDBEA}" dt="2023-05-09T17:42:14.280" v="9928" actId="26606"/>
          <ac:spMkLst>
            <pc:docMk/>
            <pc:sldMk cId="969897543" sldId="261"/>
            <ac:spMk id="85" creationId="{A2679492-7988-4050-9056-542444452411}"/>
          </ac:spMkLst>
        </pc:spChg>
        <pc:spChg chg="add">
          <ac:chgData name="Andrea Lucchesi" userId="55048a12-82ae-47e8-a99b-5604122a4ce8" providerId="ADAL" clId="{9D316533-2199-5347-A03E-B92E3EEBDBEA}" dt="2023-05-09T17:42:14.280" v="9928" actId="26606"/>
          <ac:spMkLst>
            <pc:docMk/>
            <pc:sldMk cId="969897543" sldId="261"/>
            <ac:spMk id="87" creationId="{B091B163-7D61-4891-ABCF-5C13D9C418D0}"/>
          </ac:spMkLst>
        </pc:spChg>
        <pc:grpChg chg="add del">
          <ac:chgData name="Andrea Lucchesi" userId="55048a12-82ae-47e8-a99b-5604122a4ce8" providerId="ADAL" clId="{9D316533-2199-5347-A03E-B92E3EEBDBEA}" dt="2023-05-09T17:27:32.881" v="9555" actId="26606"/>
          <ac:grpSpMkLst>
            <pc:docMk/>
            <pc:sldMk cId="969897543" sldId="261"/>
            <ac:grpSpMk id="53" creationId="{2C660CC4-3018-4C01-858A-4D1E8ADA58D5}"/>
          </ac:grpSpMkLst>
        </pc:grpChg>
        <pc:grpChg chg="add del">
          <ac:chgData name="Andrea Lucchesi" userId="55048a12-82ae-47e8-a99b-5604122a4ce8" providerId="ADAL" clId="{9D316533-2199-5347-A03E-B92E3EEBDBEA}" dt="2023-05-09T17:42:14.280" v="9928" actId="26606"/>
          <ac:grpSpMkLst>
            <pc:docMk/>
            <pc:sldMk cId="969897543" sldId="261"/>
            <ac:grpSpMk id="72" creationId="{CF5BD426-789C-4E69-83C0-245370E37264}"/>
          </ac:grpSpMkLst>
        </pc:grpChg>
        <pc:graphicFrameChg chg="add mod ord modGraphic">
          <ac:chgData name="Andrea Lucchesi" userId="55048a12-82ae-47e8-a99b-5604122a4ce8" providerId="ADAL" clId="{9D316533-2199-5347-A03E-B92E3EEBDBEA}" dt="2023-05-09T17:42:14.280" v="9928" actId="26606"/>
          <ac:graphicFrameMkLst>
            <pc:docMk/>
            <pc:sldMk cId="969897543" sldId="261"/>
            <ac:graphicFrameMk id="2" creationId="{A343B284-675C-5A92-D66A-A277D7CF1707}"/>
          </ac:graphicFrameMkLst>
        </pc:graphicFrameChg>
        <pc:picChg chg="add mod ord">
          <ac:chgData name="Andrea Lucchesi" userId="55048a12-82ae-47e8-a99b-5604122a4ce8" providerId="ADAL" clId="{9D316533-2199-5347-A03E-B92E3EEBDBEA}" dt="2023-05-09T17:42:14.280" v="9928" actId="26606"/>
          <ac:picMkLst>
            <pc:docMk/>
            <pc:sldMk cId="969897543" sldId="261"/>
            <ac:picMk id="3" creationId="{9417850F-D79C-1EBB-9536-815D4CDA29C8}"/>
          </ac:picMkLst>
        </pc:picChg>
        <pc:picChg chg="mod ord">
          <ac:chgData name="Andrea Lucchesi" userId="55048a12-82ae-47e8-a99b-5604122a4ce8" providerId="ADAL" clId="{9D316533-2199-5347-A03E-B92E3EEBDBEA}" dt="2023-05-09T17:42:14.280" v="9928" actId="26606"/>
          <ac:picMkLst>
            <pc:docMk/>
            <pc:sldMk cId="969897543" sldId="261"/>
            <ac:picMk id="4" creationId="{49800CB8-5653-D544-9B18-DE09FAAEAF50}"/>
          </ac:picMkLst>
        </pc:picChg>
        <pc:picChg chg="add mod ord">
          <ac:chgData name="Andrea Lucchesi" userId="55048a12-82ae-47e8-a99b-5604122a4ce8" providerId="ADAL" clId="{9D316533-2199-5347-A03E-B92E3EEBDBEA}" dt="2023-05-09T17:42:14.280" v="9928" actId="26606"/>
          <ac:picMkLst>
            <pc:docMk/>
            <pc:sldMk cId="969897543" sldId="261"/>
            <ac:picMk id="5" creationId="{30E5256B-1820-B42F-B72A-02E50923C772}"/>
          </ac:picMkLst>
        </pc:picChg>
        <pc:picChg chg="del mod ord">
          <ac:chgData name="Andrea Lucchesi" userId="55048a12-82ae-47e8-a99b-5604122a4ce8" providerId="ADAL" clId="{9D316533-2199-5347-A03E-B92E3EEBDBEA}" dt="2023-05-09T17:25:32.245" v="9542" actId="478"/>
          <ac:picMkLst>
            <pc:docMk/>
            <pc:sldMk cId="969897543" sldId="261"/>
            <ac:picMk id="11" creationId="{92356E7D-EC8C-A86A-9943-6DA644ABFC2B}"/>
          </ac:picMkLst>
        </pc:picChg>
        <pc:cxnChg chg="add del">
          <ac:chgData name="Andrea Lucchesi" userId="55048a12-82ae-47e8-a99b-5604122a4ce8" providerId="ADAL" clId="{9D316533-2199-5347-A03E-B92E3EEBDBEA}" dt="2023-05-09T17:26:05.219" v="9546" actId="26606"/>
          <ac:cxnSpMkLst>
            <pc:docMk/>
            <pc:sldMk cId="969897543" sldId="261"/>
            <ac:cxnSpMk id="20" creationId="{2F61ABFD-DE05-41FD-A6B7-6D40196C1570}"/>
          </ac:cxnSpMkLst>
        </pc:cxnChg>
        <pc:cxnChg chg="add del">
          <ac:chgData name="Andrea Lucchesi" userId="55048a12-82ae-47e8-a99b-5604122a4ce8" providerId="ADAL" clId="{9D316533-2199-5347-A03E-B92E3EEBDBEA}" dt="2023-05-09T17:27:32.911" v="9556" actId="26606"/>
          <ac:cxnSpMkLst>
            <pc:docMk/>
            <pc:sldMk cId="969897543" sldId="261"/>
            <ac:cxnSpMk id="46" creationId="{C49DA8F6-BCC1-4447-B54C-57856834B94B}"/>
          </ac:cxnSpMkLst>
        </pc:cxnChg>
        <pc:cxnChg chg="add del">
          <ac:chgData name="Andrea Lucchesi" userId="55048a12-82ae-47e8-a99b-5604122a4ce8" providerId="ADAL" clId="{9D316533-2199-5347-A03E-B92E3EEBDBEA}" dt="2023-05-09T17:27:32.881" v="9555" actId="26606"/>
          <ac:cxnSpMkLst>
            <pc:docMk/>
            <pc:sldMk cId="969897543" sldId="261"/>
            <ac:cxnSpMk id="58" creationId="{C49DA8F6-BCC1-4447-B54C-57856834B94B}"/>
          </ac:cxnSpMkLst>
        </pc:cxnChg>
        <pc:cxnChg chg="add del">
          <ac:chgData name="Andrea Lucchesi" userId="55048a12-82ae-47e8-a99b-5604122a4ce8" providerId="ADAL" clId="{9D316533-2199-5347-A03E-B92E3EEBDBEA}" dt="2023-05-09T17:42:14.280" v="9928" actId="26606"/>
          <ac:cxnSpMkLst>
            <pc:docMk/>
            <pc:sldMk cId="969897543" sldId="261"/>
            <ac:cxnSpMk id="80" creationId="{C49DA8F6-BCC1-4447-B54C-57856834B94B}"/>
          </ac:cxnSpMkLst>
        </pc:cxnChg>
        <pc:cxnChg chg="add">
          <ac:chgData name="Andrea Lucchesi" userId="55048a12-82ae-47e8-a99b-5604122a4ce8" providerId="ADAL" clId="{9D316533-2199-5347-A03E-B92E3EEBDBEA}" dt="2023-05-09T17:42:14.280" v="9928" actId="26606"/>
          <ac:cxnSpMkLst>
            <pc:docMk/>
            <pc:sldMk cId="969897543" sldId="261"/>
            <ac:cxnSpMk id="89" creationId="{C49DA8F6-BCC1-4447-B54C-57856834B94B}"/>
          </ac:cxnSpMkLst>
        </pc:cxnChg>
      </pc:sldChg>
      <pc:sldChg chg="new del">
        <pc:chgData name="Andrea Lucchesi" userId="55048a12-82ae-47e8-a99b-5604122a4ce8" providerId="ADAL" clId="{9D316533-2199-5347-A03E-B92E3EEBDBEA}" dt="2023-05-05T09:51:18.998" v="89" actId="2696"/>
        <pc:sldMkLst>
          <pc:docMk/>
          <pc:sldMk cId="3776463304" sldId="261"/>
        </pc:sldMkLst>
      </pc:sldChg>
      <pc:sldChg chg="modSp add del mod setBg">
        <pc:chgData name="Andrea Lucchesi" userId="55048a12-82ae-47e8-a99b-5604122a4ce8" providerId="ADAL" clId="{9D316533-2199-5347-A03E-B92E3EEBDBEA}" dt="2023-05-05T10:26:46.999" v="1220" actId="2696"/>
        <pc:sldMkLst>
          <pc:docMk/>
          <pc:sldMk cId="969511603" sldId="262"/>
        </pc:sldMkLst>
        <pc:spChg chg="mod">
          <ac:chgData name="Andrea Lucchesi" userId="55048a12-82ae-47e8-a99b-5604122a4ce8" providerId="ADAL" clId="{9D316533-2199-5347-A03E-B92E3EEBDBEA}" dt="2023-05-05T09:54:24.739" v="825" actId="20577"/>
          <ac:spMkLst>
            <pc:docMk/>
            <pc:sldMk cId="969511603" sldId="262"/>
            <ac:spMk id="7" creationId="{EADBC930-41DF-70B4-D430-4F65A4563D87}"/>
          </ac:spMkLst>
        </pc:spChg>
      </pc:sldChg>
      <pc:sldChg chg="addSp delSp modSp add del mod setBg">
        <pc:chgData name="Andrea Lucchesi" userId="55048a12-82ae-47e8-a99b-5604122a4ce8" providerId="ADAL" clId="{9D316533-2199-5347-A03E-B92E3EEBDBEA}" dt="2023-05-10T13:04:49.559" v="12725" actId="2696"/>
        <pc:sldMkLst>
          <pc:docMk/>
          <pc:sldMk cId="4153621569" sldId="263"/>
        </pc:sldMkLst>
        <pc:spChg chg="add mod">
          <ac:chgData name="Andrea Lucchesi" userId="55048a12-82ae-47e8-a99b-5604122a4ce8" providerId="ADAL" clId="{9D316533-2199-5347-A03E-B92E3EEBDBEA}" dt="2023-05-10T13:04:44.521" v="12724" actId="767"/>
          <ac:spMkLst>
            <pc:docMk/>
            <pc:sldMk cId="4153621569" sldId="263"/>
            <ac:spMk id="3" creationId="{38040E99-0048-1296-B8E0-6D08FE186658}"/>
          </ac:spMkLst>
        </pc:spChg>
        <pc:spChg chg="add del mod">
          <ac:chgData name="Andrea Lucchesi" userId="55048a12-82ae-47e8-a99b-5604122a4ce8" providerId="ADAL" clId="{9D316533-2199-5347-A03E-B92E3EEBDBEA}" dt="2023-05-09T15:19:10.713" v="9270" actId="478"/>
          <ac:spMkLst>
            <pc:docMk/>
            <pc:sldMk cId="4153621569" sldId="263"/>
            <ac:spMk id="5" creationId="{B3B73CA1-E4CD-0CB7-F228-AA3998B9FF5E}"/>
          </ac:spMkLst>
        </pc:spChg>
        <pc:spChg chg="add mod">
          <ac:chgData name="Andrea Lucchesi" userId="55048a12-82ae-47e8-a99b-5604122a4ce8" providerId="ADAL" clId="{9D316533-2199-5347-A03E-B92E3EEBDBEA}" dt="2023-05-09T21:26:40.986" v="11339" actId="113"/>
          <ac:spMkLst>
            <pc:docMk/>
            <pc:sldMk cId="4153621569" sldId="263"/>
            <ac:spMk id="5" creationId="{FEC61047-9009-D66F-EA03-7BBBCA3CA2A2}"/>
          </ac:spMkLst>
        </pc:spChg>
        <pc:spChg chg="mod">
          <ac:chgData name="Andrea Lucchesi" userId="55048a12-82ae-47e8-a99b-5604122a4ce8" providerId="ADAL" clId="{9D316533-2199-5347-A03E-B92E3EEBDBEA}" dt="2023-05-09T21:31:50.382" v="11384" actId="1076"/>
          <ac:spMkLst>
            <pc:docMk/>
            <pc:sldMk cId="4153621569" sldId="263"/>
            <ac:spMk id="7" creationId="{EADBC930-41DF-70B4-D430-4F65A4563D87}"/>
          </ac:spMkLst>
        </pc:spChg>
        <pc:spChg chg="add del mod">
          <ac:chgData name="Andrea Lucchesi" userId="55048a12-82ae-47e8-a99b-5604122a4ce8" providerId="ADAL" clId="{9D316533-2199-5347-A03E-B92E3EEBDBEA}" dt="2023-05-09T17:43:59.689" v="9945" actId="478"/>
          <ac:spMkLst>
            <pc:docMk/>
            <pc:sldMk cId="4153621569" sldId="263"/>
            <ac:spMk id="8" creationId="{353EF915-228A-4303-017A-4B2C7E100592}"/>
          </ac:spMkLst>
        </pc:spChg>
        <pc:graphicFrameChg chg="add mod">
          <ac:chgData name="Andrea Lucchesi" userId="55048a12-82ae-47e8-a99b-5604122a4ce8" providerId="ADAL" clId="{9D316533-2199-5347-A03E-B92E3EEBDBEA}" dt="2023-05-09T21:04:47.616" v="10715" actId="1076"/>
          <ac:graphicFrameMkLst>
            <pc:docMk/>
            <pc:sldMk cId="4153621569" sldId="263"/>
            <ac:graphicFrameMk id="2" creationId="{5E177D53-0B84-A29C-BD60-47EF9ABD26DD}"/>
          </ac:graphicFrameMkLst>
        </pc:graphicFrameChg>
        <pc:picChg chg="add del mod">
          <ac:chgData name="Andrea Lucchesi" userId="55048a12-82ae-47e8-a99b-5604122a4ce8" providerId="ADAL" clId="{9D316533-2199-5347-A03E-B92E3EEBDBEA}" dt="2023-05-05T19:13:17.577" v="1443" actId="478"/>
          <ac:picMkLst>
            <pc:docMk/>
            <pc:sldMk cId="4153621569" sldId="263"/>
            <ac:picMk id="2" creationId="{74635450-D8F8-5013-1887-0D7DC85709F4}"/>
          </ac:picMkLst>
        </pc:picChg>
        <pc:picChg chg="add del mod">
          <ac:chgData name="Andrea Lucchesi" userId="55048a12-82ae-47e8-a99b-5604122a4ce8" providerId="ADAL" clId="{9D316533-2199-5347-A03E-B92E3EEBDBEA}" dt="2023-05-10T11:34:41.059" v="12512" actId="478"/>
          <ac:picMkLst>
            <pc:docMk/>
            <pc:sldMk cId="4153621569" sldId="263"/>
            <ac:picMk id="3" creationId="{DD4875F9-99CB-32F5-0AF2-8ACD6A07CD49}"/>
          </ac:picMkLst>
        </pc:picChg>
        <pc:picChg chg="add del mod">
          <ac:chgData name="Andrea Lucchesi" userId="55048a12-82ae-47e8-a99b-5604122a4ce8" providerId="ADAL" clId="{9D316533-2199-5347-A03E-B92E3EEBDBEA}" dt="2023-05-09T09:03:39.835" v="5838" actId="478"/>
          <ac:picMkLst>
            <pc:docMk/>
            <pc:sldMk cId="4153621569" sldId="263"/>
            <ac:picMk id="3" creationId="{F2A3236F-E8C0-73DE-7C6B-02B1D3DB4FFE}"/>
          </ac:picMkLst>
        </pc:picChg>
        <pc:picChg chg="mod">
          <ac:chgData name="Andrea Lucchesi" userId="55048a12-82ae-47e8-a99b-5604122a4ce8" providerId="ADAL" clId="{9D316533-2199-5347-A03E-B92E3EEBDBEA}" dt="2023-05-09T17:54:40.272" v="10161" actId="14861"/>
          <ac:picMkLst>
            <pc:docMk/>
            <pc:sldMk cId="4153621569" sldId="263"/>
            <ac:picMk id="4" creationId="{49800CB8-5653-D544-9B18-DE09FAAEAF50}"/>
          </ac:picMkLst>
        </pc:picChg>
        <pc:picChg chg="add mod">
          <ac:chgData name="Andrea Lucchesi" userId="55048a12-82ae-47e8-a99b-5604122a4ce8" providerId="ADAL" clId="{9D316533-2199-5347-A03E-B92E3EEBDBEA}" dt="2023-05-09T17:54:29.957" v="10160" actId="14861"/>
          <ac:picMkLst>
            <pc:docMk/>
            <pc:sldMk cId="4153621569" sldId="263"/>
            <ac:picMk id="6" creationId="{F123A555-55C8-578F-32F6-041D5E535DB3}"/>
          </ac:picMkLst>
        </pc:picChg>
        <pc:picChg chg="add mod">
          <ac:chgData name="Andrea Lucchesi" userId="55048a12-82ae-47e8-a99b-5604122a4ce8" providerId="ADAL" clId="{9D316533-2199-5347-A03E-B92E3EEBDBEA}" dt="2023-05-10T11:34:44.023" v="12514" actId="167"/>
          <ac:picMkLst>
            <pc:docMk/>
            <pc:sldMk cId="4153621569" sldId="263"/>
            <ac:picMk id="8" creationId="{0280CAD1-DAA2-4F7C-BB2E-472343BC1EA1}"/>
          </ac:picMkLst>
        </pc:picChg>
        <pc:picChg chg="del mod">
          <ac:chgData name="Andrea Lucchesi" userId="55048a12-82ae-47e8-a99b-5604122a4ce8" providerId="ADAL" clId="{9D316533-2199-5347-A03E-B92E3EEBDBEA}" dt="2023-05-09T17:43:56.624" v="9944" actId="478"/>
          <ac:picMkLst>
            <pc:docMk/>
            <pc:sldMk cId="4153621569" sldId="263"/>
            <ac:picMk id="11" creationId="{92356E7D-EC8C-A86A-9943-6DA644ABFC2B}"/>
          </ac:picMkLst>
        </pc:picChg>
      </pc:sldChg>
      <pc:sldChg chg="addSp delSp modSp add del mod ord modTransition setBg">
        <pc:chgData name="Andrea Lucchesi" userId="55048a12-82ae-47e8-a99b-5604122a4ce8" providerId="ADAL" clId="{9D316533-2199-5347-A03E-B92E3EEBDBEA}" dt="2023-05-11T18:24:03.545" v="16702" actId="2696"/>
        <pc:sldMkLst>
          <pc:docMk/>
          <pc:sldMk cId="280965166" sldId="264"/>
        </pc:sldMkLst>
        <pc:spChg chg="add del mod">
          <ac:chgData name="Andrea Lucchesi" userId="55048a12-82ae-47e8-a99b-5604122a4ce8" providerId="ADAL" clId="{9D316533-2199-5347-A03E-B92E3EEBDBEA}" dt="2023-05-10T16:49:33.665" v="13816"/>
          <ac:spMkLst>
            <pc:docMk/>
            <pc:sldMk cId="280965166" sldId="264"/>
            <ac:spMk id="2" creationId="{6DAFAE26-7176-5187-31F2-45505F0F4D31}"/>
          </ac:spMkLst>
        </pc:spChg>
        <pc:spChg chg="add del mod">
          <ac:chgData name="Andrea Lucchesi" userId="55048a12-82ae-47e8-a99b-5604122a4ce8" providerId="ADAL" clId="{9D316533-2199-5347-A03E-B92E3EEBDBEA}" dt="2023-05-09T17:44:13.580" v="9948" actId="478"/>
          <ac:spMkLst>
            <pc:docMk/>
            <pc:sldMk cId="280965166" sldId="264"/>
            <ac:spMk id="3" creationId="{153DE2DD-3F2E-D4C1-7A82-B221D66E71B1}"/>
          </ac:spMkLst>
        </pc:spChg>
        <pc:spChg chg="add del mod">
          <ac:chgData name="Andrea Lucchesi" userId="55048a12-82ae-47e8-a99b-5604122a4ce8" providerId="ADAL" clId="{9D316533-2199-5347-A03E-B92E3EEBDBEA}" dt="2023-05-10T16:49:39.089" v="13818"/>
          <ac:spMkLst>
            <pc:docMk/>
            <pc:sldMk cId="280965166" sldId="264"/>
            <ac:spMk id="4" creationId="{4B18AC28-14F6-3C12-9071-1EEF5B0410DA}"/>
          </ac:spMkLst>
        </pc:spChg>
        <pc:spChg chg="add del mod">
          <ac:chgData name="Andrea Lucchesi" userId="55048a12-82ae-47e8-a99b-5604122a4ce8" providerId="ADAL" clId="{9D316533-2199-5347-A03E-B92E3EEBDBEA}" dt="2023-05-09T09:07:50.576" v="5877"/>
          <ac:spMkLst>
            <pc:docMk/>
            <pc:sldMk cId="280965166" sldId="264"/>
            <ac:spMk id="5" creationId="{9FB7893B-C91F-24B4-E51C-969E78761752}"/>
          </ac:spMkLst>
        </pc:spChg>
        <pc:spChg chg="mod">
          <ac:chgData name="Andrea Lucchesi" userId="55048a12-82ae-47e8-a99b-5604122a4ce8" providerId="ADAL" clId="{9D316533-2199-5347-A03E-B92E3EEBDBEA}" dt="2023-05-11T18:18:14.586" v="16675" actId="1076"/>
          <ac:spMkLst>
            <pc:docMk/>
            <pc:sldMk cId="280965166" sldId="264"/>
            <ac:spMk id="7" creationId="{EADBC930-41DF-70B4-D430-4F65A4563D87}"/>
          </ac:spMkLst>
        </pc:spChg>
        <pc:spChg chg="add del mod">
          <ac:chgData name="Andrea Lucchesi" userId="55048a12-82ae-47e8-a99b-5604122a4ce8" providerId="ADAL" clId="{9D316533-2199-5347-A03E-B92E3EEBDBEA}" dt="2023-05-10T16:49:39.089" v="13818"/>
          <ac:spMkLst>
            <pc:docMk/>
            <pc:sldMk cId="280965166" sldId="264"/>
            <ac:spMk id="8" creationId="{97F57AD7-F374-199C-037E-5D8EC97F6197}"/>
          </ac:spMkLst>
        </pc:spChg>
        <pc:graphicFrameChg chg="add del mod">
          <ac:chgData name="Andrea Lucchesi" userId="55048a12-82ae-47e8-a99b-5604122a4ce8" providerId="ADAL" clId="{9D316533-2199-5347-A03E-B92E3EEBDBEA}" dt="2023-05-09T09:05:02.333" v="5846"/>
          <ac:graphicFrameMkLst>
            <pc:docMk/>
            <pc:sldMk cId="280965166" sldId="264"/>
            <ac:graphicFrameMk id="2" creationId="{B5D816BD-BA42-CCB4-543F-5B12D095A311}"/>
          </ac:graphicFrameMkLst>
        </pc:graphicFrameChg>
        <pc:graphicFrameChg chg="add del mod">
          <ac:chgData name="Andrea Lucchesi" userId="55048a12-82ae-47e8-a99b-5604122a4ce8" providerId="ADAL" clId="{9D316533-2199-5347-A03E-B92E3EEBDBEA}" dt="2023-05-09T09:27:00.454" v="6864" actId="478"/>
          <ac:graphicFrameMkLst>
            <pc:docMk/>
            <pc:sldMk cId="280965166" sldId="264"/>
            <ac:graphicFrameMk id="3" creationId="{FAD60BD9-1258-F873-5111-9F87F339B45F}"/>
          </ac:graphicFrameMkLst>
        </pc:graphicFrameChg>
        <pc:graphicFrameChg chg="add mod modGraphic">
          <ac:chgData name="Andrea Lucchesi" userId="55048a12-82ae-47e8-a99b-5604122a4ce8" providerId="ADAL" clId="{9D316533-2199-5347-A03E-B92E3EEBDBEA}" dt="2023-05-11T18:18:10.421" v="16674" actId="1076"/>
          <ac:graphicFrameMkLst>
            <pc:docMk/>
            <pc:sldMk cId="280965166" sldId="264"/>
            <ac:graphicFrameMk id="12" creationId="{1F50846E-D64B-2AE3-5696-13E2F0853493}"/>
          </ac:graphicFrameMkLst>
        </pc:graphicFrameChg>
        <pc:picChg chg="add del mod">
          <ac:chgData name="Andrea Lucchesi" userId="55048a12-82ae-47e8-a99b-5604122a4ce8" providerId="ADAL" clId="{9D316533-2199-5347-A03E-B92E3EEBDBEA}" dt="2023-05-10T14:05:35.243" v="13709" actId="478"/>
          <ac:picMkLst>
            <pc:docMk/>
            <pc:sldMk cId="280965166" sldId="264"/>
            <ac:picMk id="2" creationId="{ADE1BD35-3A83-A068-DE8B-29E703DC48CD}"/>
          </ac:picMkLst>
        </pc:picChg>
        <pc:picChg chg="add mod">
          <ac:chgData name="Andrea Lucchesi" userId="55048a12-82ae-47e8-a99b-5604122a4ce8" providerId="ADAL" clId="{9D316533-2199-5347-A03E-B92E3EEBDBEA}" dt="2023-05-11T16:07:34.633" v="15948" actId="167"/>
          <ac:picMkLst>
            <pc:docMk/>
            <pc:sldMk cId="280965166" sldId="264"/>
            <ac:picMk id="2" creationId="{E1CF005D-EB11-5251-9481-7D02085B9A38}"/>
          </ac:picMkLst>
        </pc:picChg>
        <pc:picChg chg="add del mod">
          <ac:chgData name="Andrea Lucchesi" userId="55048a12-82ae-47e8-a99b-5604122a4ce8" providerId="ADAL" clId="{9D316533-2199-5347-A03E-B92E3EEBDBEA}" dt="2023-05-10T16:51:00.034" v="13826" actId="478"/>
          <ac:picMkLst>
            <pc:docMk/>
            <pc:sldMk cId="280965166" sldId="264"/>
            <ac:picMk id="3" creationId="{BD169FC9-FF78-EDE7-C78F-4CD026BFD420}"/>
          </ac:picMkLst>
        </pc:picChg>
        <pc:picChg chg="del mod">
          <ac:chgData name="Andrea Lucchesi" userId="55048a12-82ae-47e8-a99b-5604122a4ce8" providerId="ADAL" clId="{9D316533-2199-5347-A03E-B92E3EEBDBEA}" dt="2023-05-10T14:03:55.847" v="13670" actId="478"/>
          <ac:picMkLst>
            <pc:docMk/>
            <pc:sldMk cId="280965166" sldId="264"/>
            <ac:picMk id="4" creationId="{49800CB8-5653-D544-9B18-DE09FAAEAF50}"/>
          </ac:picMkLst>
        </pc:picChg>
        <pc:picChg chg="add del mod">
          <ac:chgData name="Andrea Lucchesi" userId="55048a12-82ae-47e8-a99b-5604122a4ce8" providerId="ADAL" clId="{9D316533-2199-5347-A03E-B92E3EEBDBEA}" dt="2023-05-10T11:33:38.779" v="12496" actId="478"/>
          <ac:picMkLst>
            <pc:docMk/>
            <pc:sldMk cId="280965166" sldId="264"/>
            <ac:picMk id="5" creationId="{7D3B1BA0-1674-CD95-C0D2-7A4482A529A2}"/>
          </ac:picMkLst>
        </pc:picChg>
        <pc:picChg chg="add mod">
          <ac:chgData name="Andrea Lucchesi" userId="55048a12-82ae-47e8-a99b-5604122a4ce8" providerId="ADAL" clId="{9D316533-2199-5347-A03E-B92E3EEBDBEA}" dt="2023-05-10T14:03:56.492" v="13671"/>
          <ac:picMkLst>
            <pc:docMk/>
            <pc:sldMk cId="280965166" sldId="264"/>
            <ac:picMk id="5" creationId="{E40F63DA-4FE8-7521-5ECE-E2B41B57260B}"/>
          </ac:picMkLst>
        </pc:picChg>
        <pc:picChg chg="add mod">
          <ac:chgData name="Andrea Lucchesi" userId="55048a12-82ae-47e8-a99b-5604122a4ce8" providerId="ADAL" clId="{9D316533-2199-5347-A03E-B92E3EEBDBEA}" dt="2023-05-10T14:05:35.712" v="13710"/>
          <ac:picMkLst>
            <pc:docMk/>
            <pc:sldMk cId="280965166" sldId="264"/>
            <ac:picMk id="6" creationId="{9F4D2D2A-8FCB-CA0C-93DF-AD2B2F4A1E26}"/>
          </ac:picMkLst>
        </pc:picChg>
        <pc:picChg chg="add del mod">
          <ac:chgData name="Andrea Lucchesi" userId="55048a12-82ae-47e8-a99b-5604122a4ce8" providerId="ADAL" clId="{9D316533-2199-5347-A03E-B92E3EEBDBEA}" dt="2023-05-11T16:07:21.548" v="15946" actId="478"/>
          <ac:picMkLst>
            <pc:docMk/>
            <pc:sldMk cId="280965166" sldId="264"/>
            <ac:picMk id="9" creationId="{C1C69864-11A0-DAAB-E3C4-63EE8C7E7E51}"/>
          </ac:picMkLst>
        </pc:picChg>
        <pc:picChg chg="del mod">
          <ac:chgData name="Andrea Lucchesi" userId="55048a12-82ae-47e8-a99b-5604122a4ce8" providerId="ADAL" clId="{9D316533-2199-5347-A03E-B92E3EEBDBEA}" dt="2023-05-09T17:44:14.794" v="9949" actId="478"/>
          <ac:picMkLst>
            <pc:docMk/>
            <pc:sldMk cId="280965166" sldId="264"/>
            <ac:picMk id="11" creationId="{92356E7D-EC8C-A86A-9943-6DA644ABFC2B}"/>
          </ac:picMkLst>
        </pc:picChg>
        <pc:cxnChg chg="add del mod">
          <ac:chgData name="Andrea Lucchesi" userId="55048a12-82ae-47e8-a99b-5604122a4ce8" providerId="ADAL" clId="{9D316533-2199-5347-A03E-B92E3EEBDBEA}" dt="2023-05-09T09:21:25.486" v="6180" actId="478"/>
          <ac:cxnSpMkLst>
            <pc:docMk/>
            <pc:sldMk cId="280965166" sldId="264"/>
            <ac:cxnSpMk id="8" creationId="{63777978-5ED6-AC55-F89B-425C0640C984}"/>
          </ac:cxnSpMkLst>
        </pc:cxnChg>
        <pc:cxnChg chg="add del mod">
          <ac:chgData name="Andrea Lucchesi" userId="55048a12-82ae-47e8-a99b-5604122a4ce8" providerId="ADAL" clId="{9D316533-2199-5347-A03E-B92E3EEBDBEA}" dt="2023-05-09T09:21:27.399" v="6181" actId="478"/>
          <ac:cxnSpMkLst>
            <pc:docMk/>
            <pc:sldMk cId="280965166" sldId="264"/>
            <ac:cxnSpMk id="10" creationId="{2138BB9F-6775-3DC6-14C4-08033C3B483D}"/>
          </ac:cxnSpMkLst>
        </pc:cxnChg>
      </pc:sldChg>
      <pc:sldChg chg="addSp delSp modSp add del mod ord modTransition setBg">
        <pc:chgData name="Andrea Lucchesi" userId="55048a12-82ae-47e8-a99b-5604122a4ce8" providerId="ADAL" clId="{9D316533-2199-5347-A03E-B92E3EEBDBEA}" dt="2023-05-12T12:41:24.434" v="18003" actId="2696"/>
        <pc:sldMkLst>
          <pc:docMk/>
          <pc:sldMk cId="568896539" sldId="265"/>
        </pc:sldMkLst>
        <pc:spChg chg="add del mod">
          <ac:chgData name="Andrea Lucchesi" userId="55048a12-82ae-47e8-a99b-5604122a4ce8" providerId="ADAL" clId="{9D316533-2199-5347-A03E-B92E3EEBDBEA}" dt="2023-05-09T17:45:13.200" v="9967" actId="478"/>
          <ac:spMkLst>
            <pc:docMk/>
            <pc:sldMk cId="568896539" sldId="265"/>
            <ac:spMk id="5" creationId="{B7CEB947-5C8D-6399-A31D-9F7E9101B278}"/>
          </ac:spMkLst>
        </pc:spChg>
        <pc:spChg chg="mod">
          <ac:chgData name="Andrea Lucchesi" userId="55048a12-82ae-47e8-a99b-5604122a4ce8" providerId="ADAL" clId="{9D316533-2199-5347-A03E-B92E3EEBDBEA}" dt="2023-05-11T17:27:50.038" v="16668" actId="1076"/>
          <ac:spMkLst>
            <pc:docMk/>
            <pc:sldMk cId="568896539" sldId="265"/>
            <ac:spMk id="7" creationId="{EADBC930-41DF-70B4-D430-4F65A4563D87}"/>
          </ac:spMkLst>
        </pc:spChg>
        <pc:graphicFrameChg chg="add mod">
          <ac:chgData name="Andrea Lucchesi" userId="55048a12-82ae-47e8-a99b-5604122a4ce8" providerId="ADAL" clId="{9D316533-2199-5347-A03E-B92E3EEBDBEA}" dt="2023-05-10T14:01:29.755" v="13634" actId="1076"/>
          <ac:graphicFrameMkLst>
            <pc:docMk/>
            <pc:sldMk cId="568896539" sldId="265"/>
            <ac:graphicFrameMk id="2" creationId="{AE8A7E13-BBD8-4F3F-A748-45B44ECC76D3}"/>
          </ac:graphicFrameMkLst>
        </pc:graphicFrameChg>
        <pc:picChg chg="add mod">
          <ac:chgData name="Andrea Lucchesi" userId="55048a12-82ae-47e8-a99b-5604122a4ce8" providerId="ADAL" clId="{9D316533-2199-5347-A03E-B92E3EEBDBEA}" dt="2023-05-11T16:05:47.947" v="15930" actId="167"/>
          <ac:picMkLst>
            <pc:docMk/>
            <pc:sldMk cId="568896539" sldId="265"/>
            <ac:picMk id="3" creationId="{71077F9C-6EB9-4F56-C448-08D7A54B94F7}"/>
          </ac:picMkLst>
        </pc:picChg>
        <pc:picChg chg="add del mod">
          <ac:chgData name="Andrea Lucchesi" userId="55048a12-82ae-47e8-a99b-5604122a4ce8" providerId="ADAL" clId="{9D316533-2199-5347-A03E-B92E3EEBDBEA}" dt="2023-05-10T14:07:24.451" v="13740" actId="478"/>
          <ac:picMkLst>
            <pc:docMk/>
            <pc:sldMk cId="568896539" sldId="265"/>
            <ac:picMk id="3" creationId="{9F57CB25-4144-5E4B-7B34-F641ECC89D9D}"/>
          </ac:picMkLst>
        </pc:picChg>
        <pc:picChg chg="add del mod">
          <ac:chgData name="Andrea Lucchesi" userId="55048a12-82ae-47e8-a99b-5604122a4ce8" providerId="ADAL" clId="{9D316533-2199-5347-A03E-B92E3EEBDBEA}" dt="2023-05-08T17:31:51.022" v="3777"/>
          <ac:picMkLst>
            <pc:docMk/>
            <pc:sldMk cId="568896539" sldId="265"/>
            <ac:picMk id="3" creationId="{C50661BC-2DFD-E92E-1542-5936894BEF1B}"/>
          </ac:picMkLst>
        </pc:picChg>
        <pc:picChg chg="del mod">
          <ac:chgData name="Andrea Lucchesi" userId="55048a12-82ae-47e8-a99b-5604122a4ce8" providerId="ADAL" clId="{9D316533-2199-5347-A03E-B92E3EEBDBEA}" dt="2023-05-10T14:05:01.574" v="13700" actId="478"/>
          <ac:picMkLst>
            <pc:docMk/>
            <pc:sldMk cId="568896539" sldId="265"/>
            <ac:picMk id="4" creationId="{49800CB8-5653-D544-9B18-DE09FAAEAF50}"/>
          </ac:picMkLst>
        </pc:picChg>
        <pc:picChg chg="add del mod">
          <ac:chgData name="Andrea Lucchesi" userId="55048a12-82ae-47e8-a99b-5604122a4ce8" providerId="ADAL" clId="{9D316533-2199-5347-A03E-B92E3EEBDBEA}" dt="2023-05-10T14:00:14.126" v="13620" actId="478"/>
          <ac:picMkLst>
            <pc:docMk/>
            <pc:sldMk cId="568896539" sldId="265"/>
            <ac:picMk id="5" creationId="{9A575C4F-D02A-48F7-AC67-C52294E542A4}"/>
          </ac:picMkLst>
        </pc:picChg>
        <pc:picChg chg="add del mod">
          <ac:chgData name="Andrea Lucchesi" userId="55048a12-82ae-47e8-a99b-5604122a4ce8" providerId="ADAL" clId="{9D316533-2199-5347-A03E-B92E3EEBDBEA}" dt="2023-05-10T11:34:24.946" v="12509" actId="478"/>
          <ac:picMkLst>
            <pc:docMk/>
            <pc:sldMk cId="568896539" sldId="265"/>
            <ac:picMk id="6" creationId="{9A33E2FA-A9D3-B769-7EEB-5BF9120E75D3}"/>
          </ac:picMkLst>
        </pc:picChg>
        <pc:picChg chg="add del mod">
          <ac:chgData name="Andrea Lucchesi" userId="55048a12-82ae-47e8-a99b-5604122a4ce8" providerId="ADAL" clId="{9D316533-2199-5347-A03E-B92E3EEBDBEA}" dt="2023-05-11T16:05:38.454" v="15928" actId="478"/>
          <ac:picMkLst>
            <pc:docMk/>
            <pc:sldMk cId="568896539" sldId="265"/>
            <ac:picMk id="6" creationId="{DA6FAE46-EC26-7F1A-BD84-669DC16628F4}"/>
          </ac:picMkLst>
        </pc:picChg>
        <pc:picChg chg="add mod">
          <ac:chgData name="Andrea Lucchesi" userId="55048a12-82ae-47e8-a99b-5604122a4ce8" providerId="ADAL" clId="{9D316533-2199-5347-A03E-B92E3EEBDBEA}" dt="2023-05-10T14:05:02.023" v="13701"/>
          <ac:picMkLst>
            <pc:docMk/>
            <pc:sldMk cId="568896539" sldId="265"/>
            <ac:picMk id="8" creationId="{A1A9ECF9-6135-73FF-F643-A2C632E7EBB3}"/>
          </ac:picMkLst>
        </pc:picChg>
        <pc:picChg chg="add mod">
          <ac:chgData name="Andrea Lucchesi" userId="55048a12-82ae-47e8-a99b-5604122a4ce8" providerId="ADAL" clId="{9D316533-2199-5347-A03E-B92E3EEBDBEA}" dt="2023-05-10T14:07:24.878" v="13741"/>
          <ac:picMkLst>
            <pc:docMk/>
            <pc:sldMk cId="568896539" sldId="265"/>
            <ac:picMk id="9" creationId="{7C63EFDB-8AFF-4F50-F412-413B1368A1F2}"/>
          </ac:picMkLst>
        </pc:picChg>
        <pc:picChg chg="del mod">
          <ac:chgData name="Andrea Lucchesi" userId="55048a12-82ae-47e8-a99b-5604122a4ce8" providerId="ADAL" clId="{9D316533-2199-5347-A03E-B92E3EEBDBEA}" dt="2023-05-09T17:45:14.279" v="9968" actId="478"/>
          <ac:picMkLst>
            <pc:docMk/>
            <pc:sldMk cId="568896539" sldId="265"/>
            <ac:picMk id="11" creationId="{92356E7D-EC8C-A86A-9943-6DA644ABFC2B}"/>
          </ac:picMkLst>
        </pc:picChg>
        <pc:cxnChg chg="add mod">
          <ac:chgData name="Andrea Lucchesi" userId="55048a12-82ae-47e8-a99b-5604122a4ce8" providerId="ADAL" clId="{9D316533-2199-5347-A03E-B92E3EEBDBEA}" dt="2023-05-12T12:41:13.542" v="18001" actId="1076"/>
          <ac:cxnSpMkLst>
            <pc:docMk/>
            <pc:sldMk cId="568896539" sldId="265"/>
            <ac:cxnSpMk id="4" creationId="{EBAEAEDA-CF6F-2454-10F7-AB5841DE16CF}"/>
          </ac:cxnSpMkLst>
        </pc:cxnChg>
      </pc:sldChg>
      <pc:sldChg chg="addSp delSp modSp add mod ord modTransition setBg">
        <pc:chgData name="Andrea Lucchesi" userId="55048a12-82ae-47e8-a99b-5604122a4ce8" providerId="ADAL" clId="{9D316533-2199-5347-A03E-B92E3EEBDBEA}" dt="2023-05-16T20:17:27.504" v="20995" actId="14861"/>
        <pc:sldMkLst>
          <pc:docMk/>
          <pc:sldMk cId="1502042915" sldId="266"/>
        </pc:sldMkLst>
        <pc:spChg chg="add del mod">
          <ac:chgData name="Andrea Lucchesi" userId="55048a12-82ae-47e8-a99b-5604122a4ce8" providerId="ADAL" clId="{9D316533-2199-5347-A03E-B92E3EEBDBEA}" dt="2023-05-10T11:24:19.929" v="12395" actId="478"/>
          <ac:spMkLst>
            <pc:docMk/>
            <pc:sldMk cId="1502042915" sldId="266"/>
            <ac:spMk id="2" creationId="{E816B43C-A898-57AF-A204-74E69F7D18C3}"/>
          </ac:spMkLst>
        </pc:spChg>
        <pc:spChg chg="add del mod">
          <ac:chgData name="Andrea Lucchesi" userId="55048a12-82ae-47e8-a99b-5604122a4ce8" providerId="ADAL" clId="{9D316533-2199-5347-A03E-B92E3EEBDBEA}" dt="2023-05-10T14:10:38.422" v="13762"/>
          <ac:spMkLst>
            <pc:docMk/>
            <pc:sldMk cId="1502042915" sldId="266"/>
            <ac:spMk id="5" creationId="{AA8A15AE-AB28-23E9-A6B2-98662DB2F4CB}"/>
          </ac:spMkLst>
        </pc:spChg>
        <pc:spChg chg="add del mod">
          <ac:chgData name="Andrea Lucchesi" userId="55048a12-82ae-47e8-a99b-5604122a4ce8" providerId="ADAL" clId="{9D316533-2199-5347-A03E-B92E3EEBDBEA}" dt="2023-05-10T11:24:16.223" v="12393" actId="478"/>
          <ac:spMkLst>
            <pc:docMk/>
            <pc:sldMk cId="1502042915" sldId="266"/>
            <ac:spMk id="6" creationId="{9BA145DA-98A3-F098-5B43-406446396537}"/>
          </ac:spMkLst>
        </pc:spChg>
        <pc:spChg chg="mod">
          <ac:chgData name="Andrea Lucchesi" userId="55048a12-82ae-47e8-a99b-5604122a4ce8" providerId="ADAL" clId="{9D316533-2199-5347-A03E-B92E3EEBDBEA}" dt="2023-05-14T11:04:21.452" v="19335" actId="2711"/>
          <ac:spMkLst>
            <pc:docMk/>
            <pc:sldMk cId="1502042915" sldId="266"/>
            <ac:spMk id="7" creationId="{EADBC930-41DF-70B4-D430-4F65A4563D87}"/>
          </ac:spMkLst>
        </pc:spChg>
        <pc:spChg chg="add del mod">
          <ac:chgData name="Andrea Lucchesi" userId="55048a12-82ae-47e8-a99b-5604122a4ce8" providerId="ADAL" clId="{9D316533-2199-5347-A03E-B92E3EEBDBEA}" dt="2023-05-09T17:28:13.432" v="9561" actId="478"/>
          <ac:spMkLst>
            <pc:docMk/>
            <pc:sldMk cId="1502042915" sldId="266"/>
            <ac:spMk id="8" creationId="{C2372B23-0A17-C964-EA1E-974011131EE5}"/>
          </ac:spMkLst>
        </pc:spChg>
        <pc:spChg chg="add mod">
          <ac:chgData name="Andrea Lucchesi" userId="55048a12-82ae-47e8-a99b-5604122a4ce8" providerId="ADAL" clId="{9D316533-2199-5347-A03E-B92E3EEBDBEA}" dt="2023-05-09T08:41:27.368" v="4520"/>
          <ac:spMkLst>
            <pc:docMk/>
            <pc:sldMk cId="1502042915" sldId="266"/>
            <ac:spMk id="8" creationId="{FB3C93DF-B3A1-701F-124E-197B6693040D}"/>
          </ac:spMkLst>
        </pc:spChg>
        <pc:spChg chg="add mod">
          <ac:chgData name="Andrea Lucchesi" userId="55048a12-82ae-47e8-a99b-5604122a4ce8" providerId="ADAL" clId="{9D316533-2199-5347-A03E-B92E3EEBDBEA}" dt="2023-05-16T20:17:27.504" v="20995" actId="14861"/>
          <ac:spMkLst>
            <pc:docMk/>
            <pc:sldMk cId="1502042915" sldId="266"/>
            <ac:spMk id="9" creationId="{684DADF5-7543-FFA9-0079-70EE1AA31BAF}"/>
          </ac:spMkLst>
        </pc:spChg>
        <pc:spChg chg="add mod">
          <ac:chgData name="Andrea Lucchesi" userId="55048a12-82ae-47e8-a99b-5604122a4ce8" providerId="ADAL" clId="{9D316533-2199-5347-A03E-B92E3EEBDBEA}" dt="2023-05-09T08:41:27.368" v="4520"/>
          <ac:spMkLst>
            <pc:docMk/>
            <pc:sldMk cId="1502042915" sldId="266"/>
            <ac:spMk id="9" creationId="{AF0A4685-4E06-5EAA-2469-4EFEE5CDBCA2}"/>
          </ac:spMkLst>
        </pc:spChg>
        <pc:spChg chg="add del mod">
          <ac:chgData name="Andrea Lucchesi" userId="55048a12-82ae-47e8-a99b-5604122a4ce8" providerId="ADAL" clId="{9D316533-2199-5347-A03E-B92E3EEBDBEA}" dt="2023-05-10T11:24:11.845" v="12390" actId="478"/>
          <ac:spMkLst>
            <pc:docMk/>
            <pc:sldMk cId="1502042915" sldId="266"/>
            <ac:spMk id="9" creationId="{B9152701-3433-0FBE-75CF-695D480A6211}"/>
          </ac:spMkLst>
        </pc:spChg>
        <pc:spChg chg="add del mod">
          <ac:chgData name="Andrea Lucchesi" userId="55048a12-82ae-47e8-a99b-5604122a4ce8" providerId="ADAL" clId="{9D316533-2199-5347-A03E-B92E3EEBDBEA}" dt="2023-05-10T11:24:11.845" v="12390" actId="478"/>
          <ac:spMkLst>
            <pc:docMk/>
            <pc:sldMk cId="1502042915" sldId="266"/>
            <ac:spMk id="10" creationId="{4AE9AB9C-5EEE-F05E-6E79-1C1C168B6970}"/>
          </ac:spMkLst>
        </pc:spChg>
        <pc:spChg chg="add del mod">
          <ac:chgData name="Andrea Lucchesi" userId="55048a12-82ae-47e8-a99b-5604122a4ce8" providerId="ADAL" clId="{9D316533-2199-5347-A03E-B92E3EEBDBEA}" dt="2023-05-09T17:30:20.377" v="9581" actId="478"/>
          <ac:spMkLst>
            <pc:docMk/>
            <pc:sldMk cId="1502042915" sldId="266"/>
            <ac:spMk id="12" creationId="{2CFF8DF3-5B08-4607-6184-53A3059FFBD8}"/>
          </ac:spMkLst>
        </pc:spChg>
        <pc:spChg chg="add mod">
          <ac:chgData name="Andrea Lucchesi" userId="55048a12-82ae-47e8-a99b-5604122a4ce8" providerId="ADAL" clId="{9D316533-2199-5347-A03E-B92E3EEBDBEA}" dt="2023-05-09T08:41:36.535" v="4522"/>
          <ac:spMkLst>
            <pc:docMk/>
            <pc:sldMk cId="1502042915" sldId="266"/>
            <ac:spMk id="12" creationId="{F9745654-BAE6-9482-6716-8F4B02F42A3F}"/>
          </ac:spMkLst>
        </pc:spChg>
        <pc:spChg chg="add mod">
          <ac:chgData name="Andrea Lucchesi" userId="55048a12-82ae-47e8-a99b-5604122a4ce8" providerId="ADAL" clId="{9D316533-2199-5347-A03E-B92E3EEBDBEA}" dt="2023-05-09T08:41:36.535" v="4522"/>
          <ac:spMkLst>
            <pc:docMk/>
            <pc:sldMk cId="1502042915" sldId="266"/>
            <ac:spMk id="13" creationId="{4030D6D1-5EF7-4A8C-0180-C7DFF6C3E5F1}"/>
          </ac:spMkLst>
        </pc:spChg>
        <pc:spChg chg="add del mod">
          <ac:chgData name="Andrea Lucchesi" userId="55048a12-82ae-47e8-a99b-5604122a4ce8" providerId="ADAL" clId="{9D316533-2199-5347-A03E-B92E3EEBDBEA}" dt="2023-05-09T17:31:15.824" v="9590" actId="478"/>
          <ac:spMkLst>
            <pc:docMk/>
            <pc:sldMk cId="1502042915" sldId="266"/>
            <ac:spMk id="13" creationId="{4A246181-6282-8FD5-4D55-7DCC74112D19}"/>
          </ac:spMkLst>
        </pc:spChg>
        <pc:spChg chg="add del mod">
          <ac:chgData name="Andrea Lucchesi" userId="55048a12-82ae-47e8-a99b-5604122a4ce8" providerId="ADAL" clId="{9D316533-2199-5347-A03E-B92E3EEBDBEA}" dt="2023-05-09T17:38:48.409" v="9834" actId="478"/>
          <ac:spMkLst>
            <pc:docMk/>
            <pc:sldMk cId="1502042915" sldId="266"/>
            <ac:spMk id="14" creationId="{47A7FA7F-FFFC-5ACD-AD9D-440EBA82121E}"/>
          </ac:spMkLst>
        </pc:spChg>
        <pc:spChg chg="add del mod">
          <ac:chgData name="Andrea Lucchesi" userId="55048a12-82ae-47e8-a99b-5604122a4ce8" providerId="ADAL" clId="{9D316533-2199-5347-A03E-B92E3EEBDBEA}" dt="2023-05-10T11:24:11.845" v="12390" actId="478"/>
          <ac:spMkLst>
            <pc:docMk/>
            <pc:sldMk cId="1502042915" sldId="266"/>
            <ac:spMk id="15" creationId="{361A5DA6-E731-BCA1-5C4A-52C196C6B210}"/>
          </ac:spMkLst>
        </pc:spChg>
        <pc:spChg chg="add del">
          <ac:chgData name="Andrea Lucchesi" userId="55048a12-82ae-47e8-a99b-5604122a4ce8" providerId="ADAL" clId="{9D316533-2199-5347-A03E-B92E3EEBDBEA}" dt="2023-05-09T08:42:30.912" v="4533" actId="478"/>
          <ac:spMkLst>
            <pc:docMk/>
            <pc:sldMk cId="1502042915" sldId="266"/>
            <ac:spMk id="15" creationId="{D65B218A-420F-7D94-43A0-78B7EB2BDE03}"/>
          </ac:spMkLst>
        </pc:spChg>
        <pc:spChg chg="add del">
          <ac:chgData name="Andrea Lucchesi" userId="55048a12-82ae-47e8-a99b-5604122a4ce8" providerId="ADAL" clId="{9D316533-2199-5347-A03E-B92E3EEBDBEA}" dt="2023-05-09T08:42:32.125" v="4534" actId="478"/>
          <ac:spMkLst>
            <pc:docMk/>
            <pc:sldMk cId="1502042915" sldId="266"/>
            <ac:spMk id="16" creationId="{B761496C-E484-62AB-2807-116BACE211A4}"/>
          </ac:spMkLst>
        </pc:spChg>
        <pc:spChg chg="add del mod">
          <ac:chgData name="Andrea Lucchesi" userId="55048a12-82ae-47e8-a99b-5604122a4ce8" providerId="ADAL" clId="{9D316533-2199-5347-A03E-B92E3EEBDBEA}" dt="2023-05-10T11:24:18.260" v="12394" actId="478"/>
          <ac:spMkLst>
            <pc:docMk/>
            <pc:sldMk cId="1502042915" sldId="266"/>
            <ac:spMk id="16" creationId="{FAE0C462-842A-109D-0C9A-B3BA0CE8D2E2}"/>
          </ac:spMkLst>
        </pc:spChg>
        <pc:spChg chg="add del mod">
          <ac:chgData name="Andrea Lucchesi" userId="55048a12-82ae-47e8-a99b-5604122a4ce8" providerId="ADAL" clId="{9D316533-2199-5347-A03E-B92E3EEBDBEA}" dt="2023-05-09T17:34:49.162" v="9779" actId="478"/>
          <ac:spMkLst>
            <pc:docMk/>
            <pc:sldMk cId="1502042915" sldId="266"/>
            <ac:spMk id="17" creationId="{4E95BB45-75F1-CF23-4444-C3923E7D8FB4}"/>
          </ac:spMkLst>
        </pc:spChg>
        <pc:spChg chg="add del mod">
          <ac:chgData name="Andrea Lucchesi" userId="55048a12-82ae-47e8-a99b-5604122a4ce8" providerId="ADAL" clId="{9D316533-2199-5347-A03E-B92E3EEBDBEA}" dt="2023-05-09T17:41:47.183" v="9925" actId="478"/>
          <ac:spMkLst>
            <pc:docMk/>
            <pc:sldMk cId="1502042915" sldId="266"/>
            <ac:spMk id="18" creationId="{669F7BC1-1A36-8A4A-874B-B8768949F0AC}"/>
          </ac:spMkLst>
        </pc:spChg>
        <pc:spChg chg="add del mod">
          <ac:chgData name="Andrea Lucchesi" userId="55048a12-82ae-47e8-a99b-5604122a4ce8" providerId="ADAL" clId="{9D316533-2199-5347-A03E-B92E3EEBDBEA}" dt="2023-05-09T17:41:50.465" v="9927" actId="478"/>
          <ac:spMkLst>
            <pc:docMk/>
            <pc:sldMk cId="1502042915" sldId="266"/>
            <ac:spMk id="19" creationId="{D4070EAD-F74B-D083-D388-94FDFDB1DD77}"/>
          </ac:spMkLst>
        </pc:spChg>
        <pc:spChg chg="add del mod">
          <ac:chgData name="Andrea Lucchesi" userId="55048a12-82ae-47e8-a99b-5604122a4ce8" providerId="ADAL" clId="{9D316533-2199-5347-A03E-B92E3EEBDBEA}" dt="2023-05-09T17:34:53.333" v="9781" actId="478"/>
          <ac:spMkLst>
            <pc:docMk/>
            <pc:sldMk cId="1502042915" sldId="266"/>
            <ac:spMk id="20" creationId="{1E10771E-1F01-6370-DB20-7064DDC95761}"/>
          </ac:spMkLst>
        </pc:spChg>
        <pc:spChg chg="add del mod">
          <ac:chgData name="Andrea Lucchesi" userId="55048a12-82ae-47e8-a99b-5604122a4ce8" providerId="ADAL" clId="{9D316533-2199-5347-A03E-B92E3EEBDBEA}" dt="2023-05-09T17:34:51.217" v="9780" actId="478"/>
          <ac:spMkLst>
            <pc:docMk/>
            <pc:sldMk cId="1502042915" sldId="266"/>
            <ac:spMk id="21" creationId="{A402A224-CAEF-D837-953C-BBFAC2C9362C}"/>
          </ac:spMkLst>
        </pc:spChg>
        <pc:spChg chg="add del mod">
          <ac:chgData name="Andrea Lucchesi" userId="55048a12-82ae-47e8-a99b-5604122a4ce8" providerId="ADAL" clId="{9D316533-2199-5347-A03E-B92E3EEBDBEA}" dt="2023-05-09T08:43:54.445" v="4564"/>
          <ac:spMkLst>
            <pc:docMk/>
            <pc:sldMk cId="1502042915" sldId="266"/>
            <ac:spMk id="22" creationId="{9269BB64-C19A-D86A-74E2-96CCFC104E70}"/>
          </ac:spMkLst>
        </pc:spChg>
        <pc:spChg chg="add del mod">
          <ac:chgData name="Andrea Lucchesi" userId="55048a12-82ae-47e8-a99b-5604122a4ce8" providerId="ADAL" clId="{9D316533-2199-5347-A03E-B92E3EEBDBEA}" dt="2023-05-09T17:37:31.509" v="9821" actId="478"/>
          <ac:spMkLst>
            <pc:docMk/>
            <pc:sldMk cId="1502042915" sldId="266"/>
            <ac:spMk id="22" creationId="{D2030EA5-9FF6-BF79-DB2B-310EAB8EA9F0}"/>
          </ac:spMkLst>
        </pc:spChg>
        <pc:spChg chg="add del mod">
          <ac:chgData name="Andrea Lucchesi" userId="55048a12-82ae-47e8-a99b-5604122a4ce8" providerId="ADAL" clId="{9D316533-2199-5347-A03E-B92E3EEBDBEA}" dt="2023-05-09T17:34:34.032" v="9777" actId="478"/>
          <ac:spMkLst>
            <pc:docMk/>
            <pc:sldMk cId="1502042915" sldId="266"/>
            <ac:spMk id="23" creationId="{CEB6A7AE-6AA2-56EE-8BAE-61172AF4487A}"/>
          </ac:spMkLst>
        </pc:spChg>
        <pc:spChg chg="add del mod">
          <ac:chgData name="Andrea Lucchesi" userId="55048a12-82ae-47e8-a99b-5604122a4ce8" providerId="ADAL" clId="{9D316533-2199-5347-A03E-B92E3EEBDBEA}" dt="2023-05-09T17:35:34.287" v="9796" actId="478"/>
          <ac:spMkLst>
            <pc:docMk/>
            <pc:sldMk cId="1502042915" sldId="266"/>
            <ac:spMk id="24" creationId="{DFFCD986-999F-05AB-04CD-1643D834CF70}"/>
          </ac:spMkLst>
        </pc:spChg>
        <pc:spChg chg="add del mod">
          <ac:chgData name="Andrea Lucchesi" userId="55048a12-82ae-47e8-a99b-5604122a4ce8" providerId="ADAL" clId="{9D316533-2199-5347-A03E-B92E3EEBDBEA}" dt="2023-05-09T17:34:32.379" v="9776" actId="478"/>
          <ac:spMkLst>
            <pc:docMk/>
            <pc:sldMk cId="1502042915" sldId="266"/>
            <ac:spMk id="25" creationId="{FC12864A-6476-37C5-2C70-87DBE10259C3}"/>
          </ac:spMkLst>
        </pc:spChg>
        <pc:spChg chg="add del mod">
          <ac:chgData name="Andrea Lucchesi" userId="55048a12-82ae-47e8-a99b-5604122a4ce8" providerId="ADAL" clId="{9D316533-2199-5347-A03E-B92E3EEBDBEA}" dt="2023-05-09T17:35:32.698" v="9795" actId="478"/>
          <ac:spMkLst>
            <pc:docMk/>
            <pc:sldMk cId="1502042915" sldId="266"/>
            <ac:spMk id="26" creationId="{0DC9ABCC-F7A3-3220-01C3-6362351326E1}"/>
          </ac:spMkLst>
        </pc:spChg>
        <pc:spChg chg="add del mod">
          <ac:chgData name="Andrea Lucchesi" userId="55048a12-82ae-47e8-a99b-5604122a4ce8" providerId="ADAL" clId="{9D316533-2199-5347-A03E-B92E3EEBDBEA}" dt="2023-05-09T17:37:29.686" v="9820" actId="478"/>
          <ac:spMkLst>
            <pc:docMk/>
            <pc:sldMk cId="1502042915" sldId="266"/>
            <ac:spMk id="27" creationId="{A1ADAA67-7153-4BF2-BE6D-2160A0E20585}"/>
          </ac:spMkLst>
        </pc:spChg>
        <pc:spChg chg="add del mod">
          <ac:chgData name="Andrea Lucchesi" userId="55048a12-82ae-47e8-a99b-5604122a4ce8" providerId="ADAL" clId="{9D316533-2199-5347-A03E-B92E3EEBDBEA}" dt="2023-05-10T11:24:21.390" v="12396" actId="478"/>
          <ac:spMkLst>
            <pc:docMk/>
            <pc:sldMk cId="1502042915" sldId="266"/>
            <ac:spMk id="28" creationId="{583FF1C1-046D-6351-F4BA-981D32ED040B}"/>
          </ac:spMkLst>
        </pc:spChg>
        <pc:spChg chg="add del mod">
          <ac:chgData name="Andrea Lucchesi" userId="55048a12-82ae-47e8-a99b-5604122a4ce8" providerId="ADAL" clId="{9D316533-2199-5347-A03E-B92E3EEBDBEA}" dt="2023-05-10T11:24:23.201" v="12397" actId="478"/>
          <ac:spMkLst>
            <pc:docMk/>
            <pc:sldMk cId="1502042915" sldId="266"/>
            <ac:spMk id="29" creationId="{505FB1E6-5735-9615-B292-4E27A32B8AD8}"/>
          </ac:spMkLst>
        </pc:spChg>
        <pc:spChg chg="add del mod">
          <ac:chgData name="Andrea Lucchesi" userId="55048a12-82ae-47e8-a99b-5604122a4ce8" providerId="ADAL" clId="{9D316533-2199-5347-A03E-B92E3EEBDBEA}" dt="2023-05-10T11:24:33.151" v="12402" actId="478"/>
          <ac:spMkLst>
            <pc:docMk/>
            <pc:sldMk cId="1502042915" sldId="266"/>
            <ac:spMk id="30" creationId="{4C5EDAD6-2927-DE45-8192-9FC5E0D4B334}"/>
          </ac:spMkLst>
        </pc:spChg>
        <pc:spChg chg="add del mod">
          <ac:chgData name="Andrea Lucchesi" userId="55048a12-82ae-47e8-a99b-5604122a4ce8" providerId="ADAL" clId="{9D316533-2199-5347-A03E-B92E3EEBDBEA}" dt="2023-05-10T11:24:31.204" v="12401" actId="478"/>
          <ac:spMkLst>
            <pc:docMk/>
            <pc:sldMk cId="1502042915" sldId="266"/>
            <ac:spMk id="31" creationId="{E1BDE10F-3D49-85E8-1DBE-E8A04C03F31C}"/>
          </ac:spMkLst>
        </pc:spChg>
        <pc:spChg chg="add del mod">
          <ac:chgData name="Andrea Lucchesi" userId="55048a12-82ae-47e8-a99b-5604122a4ce8" providerId="ADAL" clId="{9D316533-2199-5347-A03E-B92E3EEBDBEA}" dt="2023-05-10T11:24:26.930" v="12399" actId="478"/>
          <ac:spMkLst>
            <pc:docMk/>
            <pc:sldMk cId="1502042915" sldId="266"/>
            <ac:spMk id="32" creationId="{B4F831DC-B0D0-3636-4A93-F98AA4DBEC7B}"/>
          </ac:spMkLst>
        </pc:spChg>
        <pc:spChg chg="add del mod">
          <ac:chgData name="Andrea Lucchesi" userId="55048a12-82ae-47e8-a99b-5604122a4ce8" providerId="ADAL" clId="{9D316533-2199-5347-A03E-B92E3EEBDBEA}" dt="2023-05-10T11:24:35.018" v="12403" actId="478"/>
          <ac:spMkLst>
            <pc:docMk/>
            <pc:sldMk cId="1502042915" sldId="266"/>
            <ac:spMk id="33" creationId="{CC826296-8168-2B1D-8013-A19F95581D01}"/>
          </ac:spMkLst>
        </pc:spChg>
        <pc:spChg chg="add del mod">
          <ac:chgData name="Andrea Lucchesi" userId="55048a12-82ae-47e8-a99b-5604122a4ce8" providerId="ADAL" clId="{9D316533-2199-5347-A03E-B92E3EEBDBEA}" dt="2023-05-10T11:24:11.845" v="12390" actId="478"/>
          <ac:spMkLst>
            <pc:docMk/>
            <pc:sldMk cId="1502042915" sldId="266"/>
            <ac:spMk id="34" creationId="{832AA72D-3F88-0919-058E-6504EBF99DE1}"/>
          </ac:spMkLst>
        </pc:spChg>
        <pc:spChg chg="add del mod">
          <ac:chgData name="Andrea Lucchesi" userId="55048a12-82ae-47e8-a99b-5604122a4ce8" providerId="ADAL" clId="{9D316533-2199-5347-A03E-B92E3EEBDBEA}" dt="2023-05-10T11:24:36.374" v="12404" actId="478"/>
          <ac:spMkLst>
            <pc:docMk/>
            <pc:sldMk cId="1502042915" sldId="266"/>
            <ac:spMk id="35" creationId="{EA5ACC72-CAEA-C8D8-5C51-14E069A42BB2}"/>
          </ac:spMkLst>
        </pc:spChg>
        <pc:spChg chg="add del mod">
          <ac:chgData name="Andrea Lucchesi" userId="55048a12-82ae-47e8-a99b-5604122a4ce8" providerId="ADAL" clId="{9D316533-2199-5347-A03E-B92E3EEBDBEA}" dt="2023-05-10T11:24:11.845" v="12390" actId="478"/>
          <ac:spMkLst>
            <pc:docMk/>
            <pc:sldMk cId="1502042915" sldId="266"/>
            <ac:spMk id="36" creationId="{7B8392B4-CB1B-EF35-C304-41AA979B422E}"/>
          </ac:spMkLst>
        </pc:spChg>
        <pc:spChg chg="add del mod">
          <ac:chgData name="Andrea Lucchesi" userId="55048a12-82ae-47e8-a99b-5604122a4ce8" providerId="ADAL" clId="{9D316533-2199-5347-A03E-B92E3EEBDBEA}" dt="2023-05-10T11:24:28.613" v="12400" actId="478"/>
          <ac:spMkLst>
            <pc:docMk/>
            <pc:sldMk cId="1502042915" sldId="266"/>
            <ac:spMk id="37" creationId="{A088FB4A-29D3-B702-E2D0-E442D3ED8276}"/>
          </ac:spMkLst>
        </pc:spChg>
        <pc:grpChg chg="add del mod">
          <ac:chgData name="Andrea Lucchesi" userId="55048a12-82ae-47e8-a99b-5604122a4ce8" providerId="ADAL" clId="{9D316533-2199-5347-A03E-B92E3EEBDBEA}" dt="2023-05-09T08:41:52.819" v="4524" actId="478"/>
          <ac:grpSpMkLst>
            <pc:docMk/>
            <pc:sldMk cId="1502042915" sldId="266"/>
            <ac:grpSpMk id="2" creationId="{79C2A6D3-2A3A-9CF9-89BF-E84ACFC7E5D8}"/>
          </ac:grpSpMkLst>
        </pc:grpChg>
        <pc:grpChg chg="add del mod">
          <ac:chgData name="Andrea Lucchesi" userId="55048a12-82ae-47e8-a99b-5604122a4ce8" providerId="ADAL" clId="{9D316533-2199-5347-A03E-B92E3EEBDBEA}" dt="2023-05-09T08:41:38.219" v="4523" actId="478"/>
          <ac:grpSpMkLst>
            <pc:docMk/>
            <pc:sldMk cId="1502042915" sldId="266"/>
            <ac:grpSpMk id="10" creationId="{3C88B6C8-8F8E-F14E-2391-8283935BBFDF}"/>
          </ac:grpSpMkLst>
        </pc:grpChg>
        <pc:graphicFrameChg chg="del mod">
          <ac:chgData name="Andrea Lucchesi" userId="55048a12-82ae-47e8-a99b-5604122a4ce8" providerId="ADAL" clId="{9D316533-2199-5347-A03E-B92E3EEBDBEA}" dt="2023-05-05T10:22:59.470" v="1130" actId="478"/>
          <ac:graphicFrameMkLst>
            <pc:docMk/>
            <pc:sldMk cId="1502042915" sldId="266"/>
            <ac:graphicFrameMk id="2" creationId="{A343B284-675C-5A92-D66A-A277D7CF1707}"/>
          </ac:graphicFrameMkLst>
        </pc:graphicFrameChg>
        <pc:graphicFrameChg chg="add del mod modGraphic">
          <ac:chgData name="Andrea Lucchesi" userId="55048a12-82ae-47e8-a99b-5604122a4ce8" providerId="ADAL" clId="{9D316533-2199-5347-A03E-B92E3EEBDBEA}" dt="2023-05-09T08:41:20.903" v="4519" actId="478"/>
          <ac:graphicFrameMkLst>
            <pc:docMk/>
            <pc:sldMk cId="1502042915" sldId="266"/>
            <ac:graphicFrameMk id="6" creationId="{1639F758-2500-6905-0A90-5C15E19BD267}"/>
          </ac:graphicFrameMkLst>
        </pc:graphicFrameChg>
        <pc:graphicFrameChg chg="add mod modGraphic">
          <ac:chgData name="Andrea Lucchesi" userId="55048a12-82ae-47e8-a99b-5604122a4ce8" providerId="ADAL" clId="{9D316533-2199-5347-A03E-B92E3EEBDBEA}" dt="2023-05-16T19:59:38.030" v="20874" actId="20577"/>
          <ac:graphicFrameMkLst>
            <pc:docMk/>
            <pc:sldMk cId="1502042915" sldId="266"/>
            <ac:graphicFrameMk id="8" creationId="{19C5FEE4-57A3-2D72-EFBE-D990E3E975ED}"/>
          </ac:graphicFrameMkLst>
        </pc:graphicFrameChg>
        <pc:graphicFrameChg chg="add mod modGraphic">
          <ac:chgData name="Andrea Lucchesi" userId="55048a12-82ae-47e8-a99b-5604122a4ce8" providerId="ADAL" clId="{9D316533-2199-5347-A03E-B92E3EEBDBEA}" dt="2023-05-16T19:59:27.610" v="20872" actId="20577"/>
          <ac:graphicFrameMkLst>
            <pc:docMk/>
            <pc:sldMk cId="1502042915" sldId="266"/>
            <ac:graphicFrameMk id="11" creationId="{05681CEE-E13F-9EC0-30F3-6D1C91B574A3}"/>
          </ac:graphicFrameMkLst>
        </pc:graphicFrameChg>
        <pc:picChg chg="add mod">
          <ac:chgData name="Andrea Lucchesi" userId="55048a12-82ae-47e8-a99b-5604122a4ce8" providerId="ADAL" clId="{9D316533-2199-5347-A03E-B92E3EEBDBEA}" dt="2023-05-10T14:03:47.360" v="13667"/>
          <ac:picMkLst>
            <pc:docMk/>
            <pc:sldMk cId="1502042915" sldId="266"/>
            <ac:picMk id="2" creationId="{13ED0003-9518-005B-C51F-56CB6B211C63}"/>
          </ac:picMkLst>
        </pc:picChg>
        <pc:picChg chg="add del mod">
          <ac:chgData name="Andrea Lucchesi" userId="55048a12-82ae-47e8-a99b-5604122a4ce8" providerId="ADAL" clId="{9D316533-2199-5347-A03E-B92E3EEBDBEA}" dt="2023-05-09T15:18:14.602" v="9264"/>
          <ac:picMkLst>
            <pc:docMk/>
            <pc:sldMk cId="1502042915" sldId="266"/>
            <ac:picMk id="2" creationId="{A65B86F6-F092-BF50-5E33-996BE5D567E4}"/>
          </ac:picMkLst>
        </pc:picChg>
        <pc:picChg chg="add del mod">
          <ac:chgData name="Andrea Lucchesi" userId="55048a12-82ae-47e8-a99b-5604122a4ce8" providerId="ADAL" clId="{9D316533-2199-5347-A03E-B92E3EEBDBEA}" dt="2023-05-11T16:07:49.954" v="15949" actId="478"/>
          <ac:picMkLst>
            <pc:docMk/>
            <pc:sldMk cId="1502042915" sldId="266"/>
            <ac:picMk id="3" creationId="{09154DF8-708B-A175-2F0B-A2F4C96FFAF1}"/>
          </ac:picMkLst>
        </pc:picChg>
        <pc:picChg chg="del mod">
          <ac:chgData name="Andrea Lucchesi" userId="55048a12-82ae-47e8-a99b-5604122a4ce8" providerId="ADAL" clId="{9D316533-2199-5347-A03E-B92E3EEBDBEA}" dt="2023-05-10T14:05:28.416" v="13705" actId="478"/>
          <ac:picMkLst>
            <pc:docMk/>
            <pc:sldMk cId="1502042915" sldId="266"/>
            <ac:picMk id="3" creationId="{9417850F-D79C-1EBB-9536-815D4CDA29C8}"/>
          </ac:picMkLst>
        </pc:picChg>
        <pc:picChg chg="del mod">
          <ac:chgData name="Andrea Lucchesi" userId="55048a12-82ae-47e8-a99b-5604122a4ce8" providerId="ADAL" clId="{9D316533-2199-5347-A03E-B92E3EEBDBEA}" dt="2023-05-10T14:03:46.707" v="13666" actId="478"/>
          <ac:picMkLst>
            <pc:docMk/>
            <pc:sldMk cId="1502042915" sldId="266"/>
            <ac:picMk id="4" creationId="{49800CB8-5653-D544-9B18-DE09FAAEAF50}"/>
          </ac:picMkLst>
        </pc:picChg>
        <pc:picChg chg="add mod">
          <ac:chgData name="Andrea Lucchesi" userId="55048a12-82ae-47e8-a99b-5604122a4ce8" providerId="ADAL" clId="{9D316533-2199-5347-A03E-B92E3EEBDBEA}" dt="2023-05-11T16:07:56.608" v="15951" actId="167"/>
          <ac:picMkLst>
            <pc:docMk/>
            <pc:sldMk cId="1502042915" sldId="266"/>
            <ac:picMk id="4" creationId="{8DE1D95A-1B2B-1C86-F845-1CDB58939F15}"/>
          </ac:picMkLst>
        </pc:picChg>
        <pc:picChg chg="add mod">
          <ac:chgData name="Andrea Lucchesi" userId="55048a12-82ae-47e8-a99b-5604122a4ce8" providerId="ADAL" clId="{9D316533-2199-5347-A03E-B92E3EEBDBEA}" dt="2023-05-10T14:05:28.923" v="13706"/>
          <ac:picMkLst>
            <pc:docMk/>
            <pc:sldMk cId="1502042915" sldId="266"/>
            <ac:picMk id="6" creationId="{CC24D7DD-B1D0-A1CF-65E0-729A047C3D0B}"/>
          </ac:picMkLst>
        </pc:picChg>
        <pc:picChg chg="add del mod">
          <ac:chgData name="Andrea Lucchesi" userId="55048a12-82ae-47e8-a99b-5604122a4ce8" providerId="ADAL" clId="{9D316533-2199-5347-A03E-B92E3EEBDBEA}" dt="2023-05-05T10:26:38.866" v="1218"/>
          <ac:picMkLst>
            <pc:docMk/>
            <pc:sldMk cId="1502042915" sldId="266"/>
            <ac:picMk id="8" creationId="{2408691B-3BB4-400F-0862-6D391E829F40}"/>
          </ac:picMkLst>
        </pc:picChg>
        <pc:picChg chg="add del mod">
          <ac:chgData name="Andrea Lucchesi" userId="55048a12-82ae-47e8-a99b-5604122a4ce8" providerId="ADAL" clId="{9D316533-2199-5347-A03E-B92E3EEBDBEA}" dt="2023-05-10T09:14:38.441" v="11825" actId="478"/>
          <ac:picMkLst>
            <pc:docMk/>
            <pc:sldMk cId="1502042915" sldId="266"/>
            <ac:picMk id="11" creationId="{83C6EF7E-ED3F-25B8-6BE6-ABFE4B5C6720}"/>
          </ac:picMkLst>
        </pc:picChg>
        <pc:picChg chg="del mod">
          <ac:chgData name="Andrea Lucchesi" userId="55048a12-82ae-47e8-a99b-5604122a4ce8" providerId="ADAL" clId="{9D316533-2199-5347-A03E-B92E3EEBDBEA}" dt="2023-05-09T17:28:09.902" v="9560" actId="478"/>
          <ac:picMkLst>
            <pc:docMk/>
            <pc:sldMk cId="1502042915" sldId="266"/>
            <ac:picMk id="11" creationId="{92356E7D-EC8C-A86A-9943-6DA644ABFC2B}"/>
          </ac:picMkLst>
        </pc:picChg>
        <pc:picChg chg="add del mod">
          <ac:chgData name="Andrea Lucchesi" userId="55048a12-82ae-47e8-a99b-5604122a4ce8" providerId="ADAL" clId="{9D316533-2199-5347-A03E-B92E3EEBDBEA}" dt="2023-05-10T11:28:14.645" v="12432" actId="478"/>
          <ac:picMkLst>
            <pc:docMk/>
            <pc:sldMk cId="1502042915" sldId="266"/>
            <ac:picMk id="13" creationId="{867AD6E9-6547-19AC-1A59-518D46D1B97A}"/>
          </ac:picMkLst>
        </pc:picChg>
        <pc:picChg chg="add del mod">
          <ac:chgData name="Andrea Lucchesi" userId="55048a12-82ae-47e8-a99b-5604122a4ce8" providerId="ADAL" clId="{9D316533-2199-5347-A03E-B92E3EEBDBEA}" dt="2023-05-10T11:32:06.161" v="12486" actId="478"/>
          <ac:picMkLst>
            <pc:docMk/>
            <pc:sldMk cId="1502042915" sldId="266"/>
            <ac:picMk id="14" creationId="{34AF314C-046E-D0DD-FDD6-0689436F5657}"/>
          </ac:picMkLst>
        </pc:picChg>
        <pc:picChg chg="add del mod">
          <ac:chgData name="Andrea Lucchesi" userId="55048a12-82ae-47e8-a99b-5604122a4ce8" providerId="ADAL" clId="{9D316533-2199-5347-A03E-B92E3EEBDBEA}" dt="2023-05-10T16:49:55.173" v="13819" actId="478"/>
          <ac:picMkLst>
            <pc:docMk/>
            <pc:sldMk cId="1502042915" sldId="266"/>
            <ac:picMk id="17" creationId="{2AFF5020-63E9-392D-767E-599109E4ECF9}"/>
          </ac:picMkLst>
        </pc:picChg>
        <pc:picChg chg="add del mod">
          <ac:chgData name="Andrea Lucchesi" userId="55048a12-82ae-47e8-a99b-5604122a4ce8" providerId="ADAL" clId="{9D316533-2199-5347-A03E-B92E3EEBDBEA}" dt="2023-05-10T09:15:41.584" v="11838" actId="478"/>
          <ac:picMkLst>
            <pc:docMk/>
            <pc:sldMk cId="1502042915" sldId="266"/>
            <ac:picMk id="38" creationId="{8F93B8E7-CE5E-352B-F649-2CF123DFE7DD}"/>
          </ac:picMkLst>
        </pc:picChg>
      </pc:sldChg>
      <pc:sldChg chg="addSp delSp modSp add mod ord modTransition">
        <pc:chgData name="Andrea Lucchesi" userId="55048a12-82ae-47e8-a99b-5604122a4ce8" providerId="ADAL" clId="{9D316533-2199-5347-A03E-B92E3EEBDBEA}" dt="2023-05-16T20:09:56.636" v="20950" actId="14861"/>
        <pc:sldMkLst>
          <pc:docMk/>
          <pc:sldMk cId="4067366645" sldId="267"/>
        </pc:sldMkLst>
        <pc:spChg chg="mod">
          <ac:chgData name="Andrea Lucchesi" userId="55048a12-82ae-47e8-a99b-5604122a4ce8" providerId="ADAL" clId="{9D316533-2199-5347-A03E-B92E3EEBDBEA}" dt="2023-05-16T20:09:56.636" v="20950" actId="14861"/>
          <ac:spMkLst>
            <pc:docMk/>
            <pc:sldMk cId="4067366645" sldId="267"/>
            <ac:spMk id="5" creationId="{AA8A15AE-AB28-23E9-A6B2-98662DB2F4CB}"/>
          </ac:spMkLst>
        </pc:spChg>
        <pc:spChg chg="add mod">
          <ac:chgData name="Andrea Lucchesi" userId="55048a12-82ae-47e8-a99b-5604122a4ce8" providerId="ADAL" clId="{9D316533-2199-5347-A03E-B92E3EEBDBEA}" dt="2023-05-16T16:24:09.515" v="20809" actId="14861"/>
          <ac:spMkLst>
            <pc:docMk/>
            <pc:sldMk cId="4067366645" sldId="267"/>
            <ac:spMk id="6" creationId="{2AF15651-65B8-CED6-8BB5-B35ED791DB4D}"/>
          </ac:spMkLst>
        </pc:spChg>
        <pc:spChg chg="mod">
          <ac:chgData name="Andrea Lucchesi" userId="55048a12-82ae-47e8-a99b-5604122a4ce8" providerId="ADAL" clId="{9D316533-2199-5347-A03E-B92E3EEBDBEA}" dt="2023-05-14T09:36:13.346" v="18969" actId="404"/>
          <ac:spMkLst>
            <pc:docMk/>
            <pc:sldMk cId="4067366645" sldId="267"/>
            <ac:spMk id="7" creationId="{EADBC930-41DF-70B4-D430-4F65A4563D87}"/>
          </ac:spMkLst>
        </pc:spChg>
        <pc:spChg chg="add mod">
          <ac:chgData name="Andrea Lucchesi" userId="55048a12-82ae-47e8-a99b-5604122a4ce8" providerId="ADAL" clId="{9D316533-2199-5347-A03E-B92E3EEBDBEA}" dt="2023-05-16T20:09:09.785" v="20946" actId="113"/>
          <ac:spMkLst>
            <pc:docMk/>
            <pc:sldMk cId="4067366645" sldId="267"/>
            <ac:spMk id="8" creationId="{8F637A1C-2F3F-315B-EB56-D69120E53FC1}"/>
          </ac:spMkLst>
        </pc:spChg>
        <pc:spChg chg="add del mod">
          <ac:chgData name="Andrea Lucchesi" userId="55048a12-82ae-47e8-a99b-5604122a4ce8" providerId="ADAL" clId="{9D316533-2199-5347-A03E-B92E3EEBDBEA}" dt="2023-05-09T17:43:20.851" v="9939" actId="478"/>
          <ac:spMkLst>
            <pc:docMk/>
            <pc:sldMk cId="4067366645" sldId="267"/>
            <ac:spMk id="8" creationId="{D1480AA5-F279-A75C-759C-5BC02ECA7342}"/>
          </ac:spMkLst>
        </pc:spChg>
        <pc:graphicFrameChg chg="add mod">
          <ac:chgData name="Andrea Lucchesi" userId="55048a12-82ae-47e8-a99b-5604122a4ce8" providerId="ADAL" clId="{9D316533-2199-5347-A03E-B92E3EEBDBEA}" dt="2023-05-16T16:05:32.243" v="20662" actId="14861"/>
          <ac:graphicFrameMkLst>
            <pc:docMk/>
            <pc:sldMk cId="4067366645" sldId="267"/>
            <ac:graphicFrameMk id="2" creationId="{C1F4476E-5E76-0D1D-B44A-22CD9101525B}"/>
          </ac:graphicFrameMkLst>
        </pc:graphicFrameChg>
        <pc:graphicFrameChg chg="del mod">
          <ac:chgData name="Andrea Lucchesi" userId="55048a12-82ae-47e8-a99b-5604122a4ce8" providerId="ADAL" clId="{9D316533-2199-5347-A03E-B92E3EEBDBEA}" dt="2023-05-05T10:26:50.963" v="1222" actId="478"/>
          <ac:graphicFrameMkLst>
            <pc:docMk/>
            <pc:sldMk cId="4067366645" sldId="267"/>
            <ac:graphicFrameMk id="6" creationId="{1639F758-2500-6905-0A90-5C15E19BD267}"/>
          </ac:graphicFrameMkLst>
        </pc:graphicFrameChg>
        <pc:picChg chg="del mod">
          <ac:chgData name="Andrea Lucchesi" userId="55048a12-82ae-47e8-a99b-5604122a4ce8" providerId="ADAL" clId="{9D316533-2199-5347-A03E-B92E3EEBDBEA}" dt="2023-05-10T14:05:31.698" v="13707" actId="478"/>
          <ac:picMkLst>
            <pc:docMk/>
            <pc:sldMk cId="4067366645" sldId="267"/>
            <ac:picMk id="3" creationId="{9417850F-D79C-1EBB-9536-815D4CDA29C8}"/>
          </ac:picMkLst>
        </pc:picChg>
        <pc:picChg chg="add mod">
          <ac:chgData name="Andrea Lucchesi" userId="55048a12-82ae-47e8-a99b-5604122a4ce8" providerId="ADAL" clId="{9D316533-2199-5347-A03E-B92E3EEBDBEA}" dt="2023-05-10T16:52:17.924" v="13841" actId="167"/>
          <ac:picMkLst>
            <pc:docMk/>
            <pc:sldMk cId="4067366645" sldId="267"/>
            <ac:picMk id="3" creationId="{BE8210A7-8EA7-8695-960E-223C8B892D8E}"/>
          </ac:picMkLst>
        </pc:picChg>
        <pc:picChg chg="del mod">
          <ac:chgData name="Andrea Lucchesi" userId="55048a12-82ae-47e8-a99b-5604122a4ce8" providerId="ADAL" clId="{9D316533-2199-5347-A03E-B92E3EEBDBEA}" dt="2023-05-10T14:03:51.659" v="13668" actId="478"/>
          <ac:picMkLst>
            <pc:docMk/>
            <pc:sldMk cId="4067366645" sldId="267"/>
            <ac:picMk id="4" creationId="{49800CB8-5653-D544-9B18-DE09FAAEAF50}"/>
          </ac:picMkLst>
        </pc:picChg>
        <pc:picChg chg="add mod">
          <ac:chgData name="Andrea Lucchesi" userId="55048a12-82ae-47e8-a99b-5604122a4ce8" providerId="ADAL" clId="{9D316533-2199-5347-A03E-B92E3EEBDBEA}" dt="2023-05-10T14:03:52.279" v="13669"/>
          <ac:picMkLst>
            <pc:docMk/>
            <pc:sldMk cId="4067366645" sldId="267"/>
            <ac:picMk id="9" creationId="{322BC723-DC16-492C-DC82-5DF7F484DE92}"/>
          </ac:picMkLst>
        </pc:picChg>
        <pc:picChg chg="add del mod">
          <ac:chgData name="Andrea Lucchesi" userId="55048a12-82ae-47e8-a99b-5604122a4ce8" providerId="ADAL" clId="{9D316533-2199-5347-A03E-B92E3EEBDBEA}" dt="2023-05-10T11:32:24.911" v="12491" actId="478"/>
          <ac:picMkLst>
            <pc:docMk/>
            <pc:sldMk cId="4067366645" sldId="267"/>
            <ac:picMk id="9" creationId="{C5232062-E405-6919-598B-8A0F7ACDDDA7}"/>
          </ac:picMkLst>
        </pc:picChg>
        <pc:picChg chg="add del mod">
          <ac:chgData name="Andrea Lucchesi" userId="55048a12-82ae-47e8-a99b-5604122a4ce8" providerId="ADAL" clId="{9D316533-2199-5347-A03E-B92E3EEBDBEA}" dt="2023-05-10T16:50:37.789" v="13822" actId="478"/>
          <ac:picMkLst>
            <pc:docMk/>
            <pc:sldMk cId="4067366645" sldId="267"/>
            <ac:picMk id="10" creationId="{3D3C12A5-229E-B01D-0237-86D095CCC1DB}"/>
          </ac:picMkLst>
        </pc:picChg>
        <pc:picChg chg="del mod">
          <ac:chgData name="Andrea Lucchesi" userId="55048a12-82ae-47e8-a99b-5604122a4ce8" providerId="ADAL" clId="{9D316533-2199-5347-A03E-B92E3EEBDBEA}" dt="2023-05-09T17:43:16.775" v="9938" actId="478"/>
          <ac:picMkLst>
            <pc:docMk/>
            <pc:sldMk cId="4067366645" sldId="267"/>
            <ac:picMk id="11" creationId="{92356E7D-EC8C-A86A-9943-6DA644ABFC2B}"/>
          </ac:picMkLst>
        </pc:picChg>
        <pc:picChg chg="add mod">
          <ac:chgData name="Andrea Lucchesi" userId="55048a12-82ae-47e8-a99b-5604122a4ce8" providerId="ADAL" clId="{9D316533-2199-5347-A03E-B92E3EEBDBEA}" dt="2023-05-10T14:05:32.221" v="13708"/>
          <ac:picMkLst>
            <pc:docMk/>
            <pc:sldMk cId="4067366645" sldId="267"/>
            <ac:picMk id="11" creationId="{B87C941F-AA73-7662-FB9A-65AB011182DD}"/>
          </ac:picMkLst>
        </pc:picChg>
      </pc:sldChg>
      <pc:sldChg chg="new del">
        <pc:chgData name="Andrea Lucchesi" userId="55048a12-82ae-47e8-a99b-5604122a4ce8" providerId="ADAL" clId="{9D316533-2199-5347-A03E-B92E3EEBDBEA}" dt="2023-05-08T15:50:23.458" v="1509" actId="680"/>
        <pc:sldMkLst>
          <pc:docMk/>
          <pc:sldMk cId="586248740" sldId="268"/>
        </pc:sldMkLst>
      </pc:sldChg>
      <pc:sldChg chg="addSp delSp modSp add del mod ord modTransition setBg">
        <pc:chgData name="Andrea Lucchesi" userId="55048a12-82ae-47e8-a99b-5604122a4ce8" providerId="ADAL" clId="{9D316533-2199-5347-A03E-B92E3EEBDBEA}" dt="2023-05-16T14:37:12.707" v="20334" actId="2696"/>
        <pc:sldMkLst>
          <pc:docMk/>
          <pc:sldMk cId="3112271849" sldId="268"/>
        </pc:sldMkLst>
        <pc:spChg chg="add del mod">
          <ac:chgData name="Andrea Lucchesi" userId="55048a12-82ae-47e8-a99b-5604122a4ce8" providerId="ADAL" clId="{9D316533-2199-5347-A03E-B92E3EEBDBEA}" dt="2023-05-09T17:44:04.664" v="9946" actId="478"/>
          <ac:spMkLst>
            <pc:docMk/>
            <pc:sldMk cId="3112271849" sldId="268"/>
            <ac:spMk id="3" creationId="{3D2AF9D0-A8E1-CDFF-E6EA-D2E5D3FF6A0C}"/>
          </ac:spMkLst>
        </pc:spChg>
        <pc:spChg chg="add del mod">
          <ac:chgData name="Andrea Lucchesi" userId="55048a12-82ae-47e8-a99b-5604122a4ce8" providerId="ADAL" clId="{9D316533-2199-5347-A03E-B92E3EEBDBEA}" dt="2023-05-09T09:08:13.213" v="5879"/>
          <ac:spMkLst>
            <pc:docMk/>
            <pc:sldMk cId="3112271849" sldId="268"/>
            <ac:spMk id="5" creationId="{C4ADCFD7-C37F-113A-46A6-EB5EC1D000CD}"/>
          </ac:spMkLst>
        </pc:spChg>
        <pc:spChg chg="add del">
          <ac:chgData name="Andrea Lucchesi" userId="55048a12-82ae-47e8-a99b-5604122a4ce8" providerId="ADAL" clId="{9D316533-2199-5347-A03E-B92E3EEBDBEA}" dt="2023-05-10T13:49:43.845" v="13269" actId="22"/>
          <ac:spMkLst>
            <pc:docMk/>
            <pc:sldMk cId="3112271849" sldId="268"/>
            <ac:spMk id="6" creationId="{436B970B-FB0E-647F-A74C-A7CE8E9D37DC}"/>
          </ac:spMkLst>
        </pc:spChg>
        <pc:spChg chg="add del mod">
          <ac:chgData name="Andrea Lucchesi" userId="55048a12-82ae-47e8-a99b-5604122a4ce8" providerId="ADAL" clId="{9D316533-2199-5347-A03E-B92E3EEBDBEA}" dt="2023-05-09T09:08:13.213" v="5879"/>
          <ac:spMkLst>
            <pc:docMk/>
            <pc:sldMk cId="3112271849" sldId="268"/>
            <ac:spMk id="6" creationId="{7DCB9EA0-A3C6-E20A-AD32-65E1B355D730}"/>
          </ac:spMkLst>
        </pc:spChg>
        <pc:spChg chg="mod">
          <ac:chgData name="Andrea Lucchesi" userId="55048a12-82ae-47e8-a99b-5604122a4ce8" providerId="ADAL" clId="{9D316533-2199-5347-A03E-B92E3EEBDBEA}" dt="2023-05-14T11:06:36.608" v="19352" actId="2711"/>
          <ac:spMkLst>
            <pc:docMk/>
            <pc:sldMk cId="3112271849" sldId="268"/>
            <ac:spMk id="7" creationId="{EADBC930-41DF-70B4-D430-4F65A4563D87}"/>
          </ac:spMkLst>
        </pc:spChg>
        <pc:spChg chg="add del mod">
          <ac:chgData name="Andrea Lucchesi" userId="55048a12-82ae-47e8-a99b-5604122a4ce8" providerId="ADAL" clId="{9D316533-2199-5347-A03E-B92E3EEBDBEA}" dt="2023-05-09T09:08:13.213" v="5879"/>
          <ac:spMkLst>
            <pc:docMk/>
            <pc:sldMk cId="3112271849" sldId="268"/>
            <ac:spMk id="8" creationId="{1714DBEC-2570-EC19-5152-87C71B129FAA}"/>
          </ac:spMkLst>
        </pc:spChg>
        <pc:graphicFrameChg chg="add del mod">
          <ac:chgData name="Andrea Lucchesi" userId="55048a12-82ae-47e8-a99b-5604122a4ce8" providerId="ADAL" clId="{9D316533-2199-5347-A03E-B92E3EEBDBEA}" dt="2023-05-09T09:08:13.213" v="5879"/>
          <ac:graphicFrameMkLst>
            <pc:docMk/>
            <pc:sldMk cId="3112271849" sldId="268"/>
            <ac:graphicFrameMk id="2" creationId="{CC7F6B9E-4119-3315-3A83-CD35EC39C1BD}"/>
          </ac:graphicFrameMkLst>
        </pc:graphicFrameChg>
        <pc:graphicFrameChg chg="add del mod">
          <ac:chgData name="Andrea Lucchesi" userId="55048a12-82ae-47e8-a99b-5604122a4ce8" providerId="ADAL" clId="{9D316533-2199-5347-A03E-B92E3EEBDBEA}" dt="2023-05-09T09:08:13.213" v="5879"/>
          <ac:graphicFrameMkLst>
            <pc:docMk/>
            <pc:sldMk cId="3112271849" sldId="268"/>
            <ac:graphicFrameMk id="3" creationId="{FEA1737A-74E5-F7A6-AD9C-C5C1981A7A79}"/>
          </ac:graphicFrameMkLst>
        </pc:graphicFrameChg>
        <pc:graphicFrameChg chg="add del mod">
          <ac:chgData name="Andrea Lucchesi" userId="55048a12-82ae-47e8-a99b-5604122a4ce8" providerId="ADAL" clId="{9D316533-2199-5347-A03E-B92E3EEBDBEA}" dt="2023-05-09T09:08:26.176" v="5881"/>
          <ac:graphicFrameMkLst>
            <pc:docMk/>
            <pc:sldMk cId="3112271849" sldId="268"/>
            <ac:graphicFrameMk id="9" creationId="{5FAC3390-2A84-7351-1CEF-8DC8D0AE791D}"/>
          </ac:graphicFrameMkLst>
        </pc:graphicFrameChg>
        <pc:graphicFrameChg chg="add del mod modGraphic">
          <ac:chgData name="Andrea Lucchesi" userId="55048a12-82ae-47e8-a99b-5604122a4ce8" providerId="ADAL" clId="{9D316533-2199-5347-A03E-B92E3EEBDBEA}" dt="2023-05-10T13:54:02.158" v="13564" actId="478"/>
          <ac:graphicFrameMkLst>
            <pc:docMk/>
            <pc:sldMk cId="3112271849" sldId="268"/>
            <ac:graphicFrameMk id="15" creationId="{C22CC573-F4A2-2DD1-ABC5-6EAAF5C062DA}"/>
          </ac:graphicFrameMkLst>
        </pc:graphicFrameChg>
        <pc:graphicFrameChg chg="add mod modGraphic">
          <ac:chgData name="Andrea Lucchesi" userId="55048a12-82ae-47e8-a99b-5604122a4ce8" providerId="ADAL" clId="{9D316533-2199-5347-A03E-B92E3EEBDBEA}" dt="2023-05-14T17:06:18.871" v="19550" actId="113"/>
          <ac:graphicFrameMkLst>
            <pc:docMk/>
            <pc:sldMk cId="3112271849" sldId="268"/>
            <ac:graphicFrameMk id="16" creationId="{28B9293D-5093-3ADE-BEF7-3FCFA886FE7F}"/>
          </ac:graphicFrameMkLst>
        </pc:graphicFrameChg>
        <pc:picChg chg="add mod">
          <ac:chgData name="Andrea Lucchesi" userId="55048a12-82ae-47e8-a99b-5604122a4ce8" providerId="ADAL" clId="{9D316533-2199-5347-A03E-B92E3EEBDBEA}" dt="2023-05-10T16:51:38.518" v="13835" actId="167"/>
          <ac:picMkLst>
            <pc:docMk/>
            <pc:sldMk cId="3112271849" sldId="268"/>
            <ac:picMk id="2" creationId="{4BE25167-DD7A-4096-9C83-6764A73F93DD}"/>
          </ac:picMkLst>
        </pc:picChg>
        <pc:picChg chg="add del mod">
          <ac:chgData name="Andrea Lucchesi" userId="55048a12-82ae-47e8-a99b-5604122a4ce8" providerId="ADAL" clId="{9D316533-2199-5347-A03E-B92E3EEBDBEA}" dt="2023-05-10T14:06:48.971" v="13722" actId="478"/>
          <ac:picMkLst>
            <pc:docMk/>
            <pc:sldMk cId="3112271849" sldId="268"/>
            <ac:picMk id="2" creationId="{6764944C-A2D5-4683-8538-EC67FBBD4401}"/>
          </ac:picMkLst>
        </pc:picChg>
        <pc:picChg chg="add del mod">
          <ac:chgData name="Andrea Lucchesi" userId="55048a12-82ae-47e8-a99b-5604122a4ce8" providerId="ADAL" clId="{9D316533-2199-5347-A03E-B92E3EEBDBEA}" dt="2023-05-10T13:56:41.346" v="13586" actId="478"/>
          <ac:picMkLst>
            <pc:docMk/>
            <pc:sldMk cId="3112271849" sldId="268"/>
            <ac:picMk id="3" creationId="{2FA5E9BE-855F-0E11-796E-BC84DB14516E}"/>
          </ac:picMkLst>
        </pc:picChg>
        <pc:picChg chg="del mod">
          <ac:chgData name="Andrea Lucchesi" userId="55048a12-82ae-47e8-a99b-5604122a4ce8" providerId="ADAL" clId="{9D316533-2199-5347-A03E-B92E3EEBDBEA}" dt="2023-05-10T14:04:19.463" v="13681" actId="478"/>
          <ac:picMkLst>
            <pc:docMk/>
            <pc:sldMk cId="3112271849" sldId="268"/>
            <ac:picMk id="4" creationId="{49800CB8-5653-D544-9B18-DE09FAAEAF50}"/>
          </ac:picMkLst>
        </pc:picChg>
        <pc:picChg chg="add del mod">
          <ac:chgData name="Andrea Lucchesi" userId="55048a12-82ae-47e8-a99b-5604122a4ce8" providerId="ADAL" clId="{9D316533-2199-5347-A03E-B92E3EEBDBEA}" dt="2023-05-10T13:57:04.767" v="13590" actId="478"/>
          <ac:picMkLst>
            <pc:docMk/>
            <pc:sldMk cId="3112271849" sldId="268"/>
            <ac:picMk id="5" creationId="{8D32D1BB-7C05-2C96-F372-457AFD09AAB4}"/>
          </ac:picMkLst>
        </pc:picChg>
        <pc:picChg chg="add del mod">
          <ac:chgData name="Andrea Lucchesi" userId="55048a12-82ae-47e8-a99b-5604122a4ce8" providerId="ADAL" clId="{9D316533-2199-5347-A03E-B92E3EEBDBEA}" dt="2023-05-10T16:51:34.717" v="13833" actId="478"/>
          <ac:picMkLst>
            <pc:docMk/>
            <pc:sldMk cId="3112271849" sldId="268"/>
            <ac:picMk id="6" creationId="{4B52F228-8555-A729-B1A0-99D15B8E3E07}"/>
          </ac:picMkLst>
        </pc:picChg>
        <pc:picChg chg="add mod">
          <ac:chgData name="Andrea Lucchesi" userId="55048a12-82ae-47e8-a99b-5604122a4ce8" providerId="ADAL" clId="{9D316533-2199-5347-A03E-B92E3EEBDBEA}" dt="2023-05-10T14:04:19.981" v="13682"/>
          <ac:picMkLst>
            <pc:docMk/>
            <pc:sldMk cId="3112271849" sldId="268"/>
            <ac:picMk id="8" creationId="{6BC97DF4-3950-B86F-FE1D-0E3214607E50}"/>
          </ac:picMkLst>
        </pc:picChg>
        <pc:picChg chg="add mod">
          <ac:chgData name="Andrea Lucchesi" userId="55048a12-82ae-47e8-a99b-5604122a4ce8" providerId="ADAL" clId="{9D316533-2199-5347-A03E-B92E3EEBDBEA}" dt="2023-05-10T14:06:49.667" v="13723"/>
          <ac:picMkLst>
            <pc:docMk/>
            <pc:sldMk cId="3112271849" sldId="268"/>
            <ac:picMk id="9" creationId="{58FD8374-02A9-5F34-F719-220EA0D4FEDA}"/>
          </ac:picMkLst>
        </pc:picChg>
        <pc:picChg chg="add del mod">
          <ac:chgData name="Andrea Lucchesi" userId="55048a12-82ae-47e8-a99b-5604122a4ce8" providerId="ADAL" clId="{9D316533-2199-5347-A03E-B92E3EEBDBEA}" dt="2023-05-09T09:13:01.460" v="6176" actId="478"/>
          <ac:picMkLst>
            <pc:docMk/>
            <pc:sldMk cId="3112271849" sldId="268"/>
            <ac:picMk id="10" creationId="{F3E5606A-9CD3-9E38-8492-A790539A23F0}"/>
          </ac:picMkLst>
        </pc:picChg>
        <pc:picChg chg="del mod">
          <ac:chgData name="Andrea Lucchesi" userId="55048a12-82ae-47e8-a99b-5604122a4ce8" providerId="ADAL" clId="{9D316533-2199-5347-A03E-B92E3EEBDBEA}" dt="2023-05-09T17:44:06.865" v="9947" actId="478"/>
          <ac:picMkLst>
            <pc:docMk/>
            <pc:sldMk cId="3112271849" sldId="268"/>
            <ac:picMk id="11" creationId="{92356E7D-EC8C-A86A-9943-6DA644ABFC2B}"/>
          </ac:picMkLst>
        </pc:picChg>
        <pc:cxnChg chg="add del mod">
          <ac:chgData name="Andrea Lucchesi" userId="55048a12-82ae-47e8-a99b-5604122a4ce8" providerId="ADAL" clId="{9D316533-2199-5347-A03E-B92E3EEBDBEA}" dt="2023-05-09T17:56:18.277" v="10173" actId="478"/>
          <ac:cxnSpMkLst>
            <pc:docMk/>
            <pc:sldMk cId="3112271849" sldId="268"/>
            <ac:cxnSpMk id="13" creationId="{542271C8-F952-C31C-2086-778B059333DE}"/>
          </ac:cxnSpMkLst>
        </pc:cxnChg>
      </pc:sldChg>
      <pc:sldChg chg="addSp delSp modSp add mod modTransition setBg">
        <pc:chgData name="Andrea Lucchesi" userId="55048a12-82ae-47e8-a99b-5604122a4ce8" providerId="ADAL" clId="{9D316533-2199-5347-A03E-B92E3EEBDBEA}" dt="2023-05-16T20:07:38.527" v="20930" actId="20577"/>
        <pc:sldMkLst>
          <pc:docMk/>
          <pc:sldMk cId="3488953005" sldId="269"/>
        </pc:sldMkLst>
        <pc:spChg chg="add mod">
          <ac:chgData name="Andrea Lucchesi" userId="55048a12-82ae-47e8-a99b-5604122a4ce8" providerId="ADAL" clId="{9D316533-2199-5347-A03E-B92E3EEBDBEA}" dt="2023-05-16T20:07:38.527" v="20930" actId="20577"/>
          <ac:spMkLst>
            <pc:docMk/>
            <pc:sldMk cId="3488953005" sldId="269"/>
            <ac:spMk id="6" creationId="{D6559AA4-E097-779E-5AD3-41CBA0DAD732}"/>
          </ac:spMkLst>
        </pc:spChg>
        <pc:spChg chg="mod">
          <ac:chgData name="Andrea Lucchesi" userId="55048a12-82ae-47e8-a99b-5604122a4ce8" providerId="ADAL" clId="{9D316533-2199-5347-A03E-B92E3EEBDBEA}" dt="2023-05-14T11:05:44.973" v="19345" actId="2711"/>
          <ac:spMkLst>
            <pc:docMk/>
            <pc:sldMk cId="3488953005" sldId="269"/>
            <ac:spMk id="7" creationId="{EADBC930-41DF-70B4-D430-4F65A4563D87}"/>
          </ac:spMkLst>
        </pc:spChg>
        <pc:spChg chg="add del mod">
          <ac:chgData name="Andrea Lucchesi" userId="55048a12-82ae-47e8-a99b-5604122a4ce8" providerId="ADAL" clId="{9D316533-2199-5347-A03E-B92E3EEBDBEA}" dt="2023-05-09T17:44:20.095" v="9950" actId="478"/>
          <ac:spMkLst>
            <pc:docMk/>
            <pc:sldMk cId="3488953005" sldId="269"/>
            <ac:spMk id="8" creationId="{2E4D88CE-8813-DF57-9920-1B00BD5BC2F5}"/>
          </ac:spMkLst>
        </pc:spChg>
        <pc:graphicFrameChg chg="add del mod modGraphic">
          <ac:chgData name="Andrea Lucchesi" userId="55048a12-82ae-47e8-a99b-5604122a4ce8" providerId="ADAL" clId="{9D316533-2199-5347-A03E-B92E3EEBDBEA}" dt="2023-05-16T16:14:41.287" v="20751"/>
          <ac:graphicFrameMkLst>
            <pc:docMk/>
            <pc:sldMk cId="3488953005" sldId="269"/>
            <ac:graphicFrameMk id="2" creationId="{14A9C8C5-1DB0-AEB2-5FD8-1C2FC86F59F3}"/>
          </ac:graphicFrameMkLst>
        </pc:graphicFrameChg>
        <pc:graphicFrameChg chg="add mod modGraphic">
          <ac:chgData name="Andrea Lucchesi" userId="55048a12-82ae-47e8-a99b-5604122a4ce8" providerId="ADAL" clId="{9D316533-2199-5347-A03E-B92E3EEBDBEA}" dt="2023-05-16T16:13:04.727" v="20735"/>
          <ac:graphicFrameMkLst>
            <pc:docMk/>
            <pc:sldMk cId="3488953005" sldId="269"/>
            <ac:graphicFrameMk id="3" creationId="{F442A83D-ED97-4F25-1C9F-58048E1B2F4A}"/>
          </ac:graphicFrameMkLst>
        </pc:graphicFrameChg>
        <pc:graphicFrameChg chg="add mod modGraphic">
          <ac:chgData name="Andrea Lucchesi" userId="55048a12-82ae-47e8-a99b-5604122a4ce8" providerId="ADAL" clId="{9D316533-2199-5347-A03E-B92E3EEBDBEA}" dt="2023-05-16T16:14:36.533" v="20749"/>
          <ac:graphicFrameMkLst>
            <pc:docMk/>
            <pc:sldMk cId="3488953005" sldId="269"/>
            <ac:graphicFrameMk id="5" creationId="{E5E7632D-7D90-D1C1-A032-2B34532C9325}"/>
          </ac:graphicFrameMkLst>
        </pc:graphicFrameChg>
        <pc:picChg chg="del mod">
          <ac:chgData name="Andrea Lucchesi" userId="55048a12-82ae-47e8-a99b-5604122a4ce8" providerId="ADAL" clId="{9D316533-2199-5347-A03E-B92E3EEBDBEA}" dt="2023-05-10T14:04:34.325" v="13686" actId="478"/>
          <ac:picMkLst>
            <pc:docMk/>
            <pc:sldMk cId="3488953005" sldId="269"/>
            <ac:picMk id="4" creationId="{49800CB8-5653-D544-9B18-DE09FAAEAF50}"/>
          </ac:picMkLst>
        </pc:picChg>
        <pc:picChg chg="add mod">
          <ac:chgData name="Andrea Lucchesi" userId="55048a12-82ae-47e8-a99b-5604122a4ce8" providerId="ADAL" clId="{9D316533-2199-5347-A03E-B92E3EEBDBEA}" dt="2023-05-10T16:53:52.632" v="13865" actId="167"/>
          <ac:picMkLst>
            <pc:docMk/>
            <pc:sldMk cId="3488953005" sldId="269"/>
            <ac:picMk id="4" creationId="{699749C8-26BA-9E04-0D05-0F3D82A80609}"/>
          </ac:picMkLst>
        </pc:picChg>
        <pc:picChg chg="add del mod">
          <ac:chgData name="Andrea Lucchesi" userId="55048a12-82ae-47e8-a99b-5604122a4ce8" providerId="ADAL" clId="{9D316533-2199-5347-A03E-B92E3EEBDBEA}" dt="2023-05-10T14:06:58.264" v="13726" actId="478"/>
          <ac:picMkLst>
            <pc:docMk/>
            <pc:sldMk cId="3488953005" sldId="269"/>
            <ac:picMk id="6" creationId="{32EE9DC6-AB8C-0E21-A69E-774AA0E85C94}"/>
          </ac:picMkLst>
        </pc:picChg>
        <pc:picChg chg="add del mod">
          <ac:chgData name="Andrea Lucchesi" userId="55048a12-82ae-47e8-a99b-5604122a4ce8" providerId="ADAL" clId="{9D316533-2199-5347-A03E-B92E3EEBDBEA}" dt="2023-05-10T13:58:04.910" v="13598" actId="478"/>
          <ac:picMkLst>
            <pc:docMk/>
            <pc:sldMk cId="3488953005" sldId="269"/>
            <ac:picMk id="8" creationId="{49721152-5F94-2529-902B-FB654B506AF2}"/>
          </ac:picMkLst>
        </pc:picChg>
        <pc:picChg chg="add del mod">
          <ac:chgData name="Andrea Lucchesi" userId="55048a12-82ae-47e8-a99b-5604122a4ce8" providerId="ADAL" clId="{9D316533-2199-5347-A03E-B92E3EEBDBEA}" dt="2023-05-10T11:34:52.308" v="12515" actId="478"/>
          <ac:picMkLst>
            <pc:docMk/>
            <pc:sldMk cId="3488953005" sldId="269"/>
            <ac:picMk id="9" creationId="{4E5609B3-5221-94BF-765C-7234914F1445}"/>
          </ac:picMkLst>
        </pc:picChg>
        <pc:picChg chg="add del mod">
          <ac:chgData name="Andrea Lucchesi" userId="55048a12-82ae-47e8-a99b-5604122a4ce8" providerId="ADAL" clId="{9D316533-2199-5347-A03E-B92E3EEBDBEA}" dt="2023-05-10T16:52:51.423" v="13848" actId="478"/>
          <ac:picMkLst>
            <pc:docMk/>
            <pc:sldMk cId="3488953005" sldId="269"/>
            <ac:picMk id="9" creationId="{50417AF7-490D-1810-E8AD-2E88D91BE688}"/>
          </ac:picMkLst>
        </pc:picChg>
        <pc:picChg chg="add mod">
          <ac:chgData name="Andrea Lucchesi" userId="55048a12-82ae-47e8-a99b-5604122a4ce8" providerId="ADAL" clId="{9D316533-2199-5347-A03E-B92E3EEBDBEA}" dt="2023-05-10T14:04:34.888" v="13687"/>
          <ac:picMkLst>
            <pc:docMk/>
            <pc:sldMk cId="3488953005" sldId="269"/>
            <ac:picMk id="10" creationId="{DEBFB3FB-4DDE-D2B4-BF9C-3406ED5CCE7C}"/>
          </ac:picMkLst>
        </pc:picChg>
        <pc:picChg chg="add mod">
          <ac:chgData name="Andrea Lucchesi" userId="55048a12-82ae-47e8-a99b-5604122a4ce8" providerId="ADAL" clId="{9D316533-2199-5347-A03E-B92E3EEBDBEA}" dt="2023-05-10T14:06:58.701" v="13727"/>
          <ac:picMkLst>
            <pc:docMk/>
            <pc:sldMk cId="3488953005" sldId="269"/>
            <ac:picMk id="11" creationId="{076C5834-9C83-78B2-6F3A-B7CE6136E98B}"/>
          </ac:picMkLst>
        </pc:picChg>
        <pc:picChg chg="del mod">
          <ac:chgData name="Andrea Lucchesi" userId="55048a12-82ae-47e8-a99b-5604122a4ce8" providerId="ADAL" clId="{9D316533-2199-5347-A03E-B92E3EEBDBEA}" dt="2023-05-09T17:44:21.501" v="9951" actId="478"/>
          <ac:picMkLst>
            <pc:docMk/>
            <pc:sldMk cId="3488953005" sldId="269"/>
            <ac:picMk id="11" creationId="{92356E7D-EC8C-A86A-9943-6DA644ABFC2B}"/>
          </ac:picMkLst>
        </pc:picChg>
      </pc:sldChg>
      <pc:sldChg chg="addSp delSp modSp add del mod ord setBg">
        <pc:chgData name="Andrea Lucchesi" userId="55048a12-82ae-47e8-a99b-5604122a4ce8" providerId="ADAL" clId="{9D316533-2199-5347-A03E-B92E3EEBDBEA}" dt="2023-05-11T14:03:51.508" v="14857" actId="2696"/>
        <pc:sldMkLst>
          <pc:docMk/>
          <pc:sldMk cId="3619872510" sldId="270"/>
        </pc:sldMkLst>
        <pc:spChg chg="add del mod">
          <ac:chgData name="Andrea Lucchesi" userId="55048a12-82ae-47e8-a99b-5604122a4ce8" providerId="ADAL" clId="{9D316533-2199-5347-A03E-B92E3EEBDBEA}" dt="2023-05-09T17:44:31.035" v="9954" actId="478"/>
          <ac:spMkLst>
            <pc:docMk/>
            <pc:sldMk cId="3619872510" sldId="270"/>
            <ac:spMk id="5" creationId="{09A2A690-3C43-14C0-569B-76A069A97CBA}"/>
          </ac:spMkLst>
        </pc:spChg>
        <pc:spChg chg="add del mod">
          <ac:chgData name="Andrea Lucchesi" userId="55048a12-82ae-47e8-a99b-5604122a4ce8" providerId="ADAL" clId="{9D316533-2199-5347-A03E-B92E3EEBDBEA}" dt="2023-05-08T17:20:30.918" v="3374" actId="478"/>
          <ac:spMkLst>
            <pc:docMk/>
            <pc:sldMk cId="3619872510" sldId="270"/>
            <ac:spMk id="5" creationId="{5D9EA954-5D66-70AE-0BF0-824131391AEE}"/>
          </ac:spMkLst>
        </pc:spChg>
        <pc:spChg chg="del mod">
          <ac:chgData name="Andrea Lucchesi" userId="55048a12-82ae-47e8-a99b-5604122a4ce8" providerId="ADAL" clId="{9D316533-2199-5347-A03E-B92E3EEBDBEA}" dt="2023-05-08T17:20:26.665" v="3373" actId="478"/>
          <ac:spMkLst>
            <pc:docMk/>
            <pc:sldMk cId="3619872510" sldId="270"/>
            <ac:spMk id="7" creationId="{EADBC930-41DF-70B4-D430-4F65A4563D87}"/>
          </ac:spMkLst>
        </pc:spChg>
        <pc:spChg chg="add del">
          <ac:chgData name="Andrea Lucchesi" userId="55048a12-82ae-47e8-a99b-5604122a4ce8" providerId="ADAL" clId="{9D316533-2199-5347-A03E-B92E3EEBDBEA}" dt="2023-05-10T17:28:10.146" v="13871" actId="26606"/>
          <ac:spMkLst>
            <pc:docMk/>
            <pc:sldMk cId="3619872510" sldId="270"/>
            <ac:spMk id="13" creationId="{F101B3CC-B49F-4CE0-B198-228D1D4285B1}"/>
          </ac:spMkLst>
        </pc:spChg>
        <pc:graphicFrameChg chg="add mod modGraphic">
          <ac:chgData name="Andrea Lucchesi" userId="55048a12-82ae-47e8-a99b-5604122a4ce8" providerId="ADAL" clId="{9D316533-2199-5347-A03E-B92E3EEBDBEA}" dt="2023-05-11T13:51:40.348" v="14667" actId="1076"/>
          <ac:graphicFrameMkLst>
            <pc:docMk/>
            <pc:sldMk cId="3619872510" sldId="270"/>
            <ac:graphicFrameMk id="2" creationId="{95C558F4-8CBD-45A6-C9E5-4E75C9D30CA2}"/>
          </ac:graphicFrameMkLst>
        </pc:graphicFrameChg>
        <pc:graphicFrameChg chg="add del mod modGraphic">
          <ac:chgData name="Andrea Lucchesi" userId="55048a12-82ae-47e8-a99b-5604122a4ce8" providerId="ADAL" clId="{9D316533-2199-5347-A03E-B92E3EEBDBEA}" dt="2023-05-10T17:26:45.348" v="13867" actId="478"/>
          <ac:graphicFrameMkLst>
            <pc:docMk/>
            <pc:sldMk cId="3619872510" sldId="270"/>
            <ac:graphicFrameMk id="2" creationId="{F378BF4B-7B39-7F23-708E-0580754DDCF3}"/>
          </ac:graphicFrameMkLst>
        </pc:graphicFrameChg>
        <pc:graphicFrameChg chg="add del mod modGraphic">
          <ac:chgData name="Andrea Lucchesi" userId="55048a12-82ae-47e8-a99b-5604122a4ce8" providerId="ADAL" clId="{9D316533-2199-5347-A03E-B92E3EEBDBEA}" dt="2023-05-10T17:29:15.360" v="13884" actId="478"/>
          <ac:graphicFrameMkLst>
            <pc:docMk/>
            <pc:sldMk cId="3619872510" sldId="270"/>
            <ac:graphicFrameMk id="4" creationId="{290ED418-D183-38AB-BFDD-3BDB8AFF77C4}"/>
          </ac:graphicFrameMkLst>
        </pc:graphicFrameChg>
        <pc:graphicFrameChg chg="add del mod modGraphic">
          <ac:chgData name="Andrea Lucchesi" userId="55048a12-82ae-47e8-a99b-5604122a4ce8" providerId="ADAL" clId="{9D316533-2199-5347-A03E-B92E3EEBDBEA}" dt="2023-05-10T17:30:31.117" v="13893" actId="478"/>
          <ac:graphicFrameMkLst>
            <pc:docMk/>
            <pc:sldMk cId="3619872510" sldId="270"/>
            <ac:graphicFrameMk id="5" creationId="{DE1E986E-DAC9-3850-E8D7-B5ABAE17FE19}"/>
          </ac:graphicFrameMkLst>
        </pc:graphicFrameChg>
        <pc:graphicFrameChg chg="add del mod modGraphic">
          <ac:chgData name="Andrea Lucchesi" userId="55048a12-82ae-47e8-a99b-5604122a4ce8" providerId="ADAL" clId="{9D316533-2199-5347-A03E-B92E3EEBDBEA}" dt="2023-05-10T17:31:25.224" v="13897" actId="478"/>
          <ac:graphicFrameMkLst>
            <pc:docMk/>
            <pc:sldMk cId="3619872510" sldId="270"/>
            <ac:graphicFrameMk id="9" creationId="{DD7AA83A-05C9-F501-B9FE-BCCEF3DE4492}"/>
          </ac:graphicFrameMkLst>
        </pc:graphicFrameChg>
        <pc:graphicFrameChg chg="add del mod modGraphic">
          <ac:chgData name="Andrea Lucchesi" userId="55048a12-82ae-47e8-a99b-5604122a4ce8" providerId="ADAL" clId="{9D316533-2199-5347-A03E-B92E3EEBDBEA}" dt="2023-05-11T13:44:59.073" v="14383" actId="478"/>
          <ac:graphicFrameMkLst>
            <pc:docMk/>
            <pc:sldMk cId="3619872510" sldId="270"/>
            <ac:graphicFrameMk id="10" creationId="{52CA147B-C27C-E5ED-C000-E0616F3FB458}"/>
          </ac:graphicFrameMkLst>
        </pc:graphicFrameChg>
        <pc:picChg chg="add del mod">
          <ac:chgData name="Andrea Lucchesi" userId="55048a12-82ae-47e8-a99b-5604122a4ce8" providerId="ADAL" clId="{9D316533-2199-5347-A03E-B92E3EEBDBEA}" dt="2023-05-10T14:07:02.244" v="13728" actId="478"/>
          <ac:picMkLst>
            <pc:docMk/>
            <pc:sldMk cId="3619872510" sldId="270"/>
            <ac:picMk id="3" creationId="{7D17A4FA-C60B-D066-E18F-6E452D052D92}"/>
          </ac:picMkLst>
        </pc:picChg>
        <pc:picChg chg="add mod">
          <ac:chgData name="Andrea Lucchesi" userId="55048a12-82ae-47e8-a99b-5604122a4ce8" providerId="ADAL" clId="{9D316533-2199-5347-A03E-B92E3EEBDBEA}" dt="2023-05-11T13:51:32.652" v="14666" actId="1076"/>
          <ac:picMkLst>
            <pc:docMk/>
            <pc:sldMk cId="3619872510" sldId="270"/>
            <ac:picMk id="3" creationId="{C1C937BF-B330-F1B5-2221-F690C5FB76EA}"/>
          </ac:picMkLst>
        </pc:picChg>
        <pc:picChg chg="del mod">
          <ac:chgData name="Andrea Lucchesi" userId="55048a12-82ae-47e8-a99b-5604122a4ce8" providerId="ADAL" clId="{9D316533-2199-5347-A03E-B92E3EEBDBEA}" dt="2023-05-10T14:04:39.033" v="13688" actId="478"/>
          <ac:picMkLst>
            <pc:docMk/>
            <pc:sldMk cId="3619872510" sldId="270"/>
            <ac:picMk id="4" creationId="{49800CB8-5653-D544-9B18-DE09FAAEAF50}"/>
          </ac:picMkLst>
        </pc:picChg>
        <pc:picChg chg="add del mod">
          <ac:chgData name="Andrea Lucchesi" userId="55048a12-82ae-47e8-a99b-5604122a4ce8" providerId="ADAL" clId="{9D316533-2199-5347-A03E-B92E3EEBDBEA}" dt="2023-05-10T13:58:30.791" v="13602" actId="478"/>
          <ac:picMkLst>
            <pc:docMk/>
            <pc:sldMk cId="3619872510" sldId="270"/>
            <ac:picMk id="5" creationId="{EF926907-5106-E893-DBED-0B5278CF40C5}"/>
          </ac:picMkLst>
        </pc:picChg>
        <pc:picChg chg="add del mod">
          <ac:chgData name="Andrea Lucchesi" userId="55048a12-82ae-47e8-a99b-5604122a4ce8" providerId="ADAL" clId="{9D316533-2199-5347-A03E-B92E3EEBDBEA}" dt="2023-05-10T11:34:04.009" v="12503" actId="478"/>
          <ac:picMkLst>
            <pc:docMk/>
            <pc:sldMk cId="3619872510" sldId="270"/>
            <ac:picMk id="6" creationId="{038C8094-D23C-1539-66DD-3233E58B2A95}"/>
          </ac:picMkLst>
        </pc:picChg>
        <pc:picChg chg="add mod">
          <ac:chgData name="Andrea Lucchesi" userId="55048a12-82ae-47e8-a99b-5604122a4ce8" providerId="ADAL" clId="{9D316533-2199-5347-A03E-B92E3EEBDBEA}" dt="2023-05-10T17:28:10.146" v="13871" actId="26606"/>
          <ac:picMkLst>
            <pc:docMk/>
            <pc:sldMk cId="3619872510" sldId="270"/>
            <ac:picMk id="6" creationId="{F0711B39-EC46-CBF9-283E-F5D943B50816}"/>
          </ac:picMkLst>
        </pc:picChg>
        <pc:picChg chg="add del mod">
          <ac:chgData name="Andrea Lucchesi" userId="55048a12-82ae-47e8-a99b-5604122a4ce8" providerId="ADAL" clId="{9D316533-2199-5347-A03E-B92E3EEBDBEA}" dt="2023-05-10T17:28:10.387" v="13872" actId="478"/>
          <ac:picMkLst>
            <pc:docMk/>
            <pc:sldMk cId="3619872510" sldId="270"/>
            <ac:picMk id="7" creationId="{DFF8CD0F-38CA-240D-0E25-490D7A5941EB}"/>
          </ac:picMkLst>
        </pc:picChg>
        <pc:picChg chg="add mod ord">
          <ac:chgData name="Andrea Lucchesi" userId="55048a12-82ae-47e8-a99b-5604122a4ce8" providerId="ADAL" clId="{9D316533-2199-5347-A03E-B92E3EEBDBEA}" dt="2023-05-10T17:28:10.146" v="13871" actId="26606"/>
          <ac:picMkLst>
            <pc:docMk/>
            <pc:sldMk cId="3619872510" sldId="270"/>
            <ac:picMk id="8" creationId="{2A1D953D-71E8-E981-FCEA-5B844A1A1AD4}"/>
          </ac:picMkLst>
        </pc:picChg>
        <pc:picChg chg="del mod">
          <ac:chgData name="Andrea Lucchesi" userId="55048a12-82ae-47e8-a99b-5604122a4ce8" providerId="ADAL" clId="{9D316533-2199-5347-A03E-B92E3EEBDBEA}" dt="2023-05-09T17:44:32.288" v="9955" actId="478"/>
          <ac:picMkLst>
            <pc:docMk/>
            <pc:sldMk cId="3619872510" sldId="270"/>
            <ac:picMk id="11" creationId="{92356E7D-EC8C-A86A-9943-6DA644ABFC2B}"/>
          </ac:picMkLst>
        </pc:picChg>
      </pc:sldChg>
      <pc:sldChg chg="addSp delSp modSp add mod modTransition">
        <pc:chgData name="Andrea Lucchesi" userId="55048a12-82ae-47e8-a99b-5604122a4ce8" providerId="ADAL" clId="{9D316533-2199-5347-A03E-B92E3EEBDBEA}" dt="2023-05-16T20:14:57.901" v="20983" actId="14861"/>
        <pc:sldMkLst>
          <pc:docMk/>
          <pc:sldMk cId="2938196714" sldId="271"/>
        </pc:sldMkLst>
        <pc:spChg chg="add del mod">
          <ac:chgData name="Andrea Lucchesi" userId="55048a12-82ae-47e8-a99b-5604122a4ce8" providerId="ADAL" clId="{9D316533-2199-5347-A03E-B92E3EEBDBEA}" dt="2023-05-12T14:24:45.003" v="18688" actId="478"/>
          <ac:spMkLst>
            <pc:docMk/>
            <pc:sldMk cId="2938196714" sldId="271"/>
            <ac:spMk id="3" creationId="{B6B5E70E-C09F-2581-7902-7216CDC948A2}"/>
          </ac:spMkLst>
        </pc:spChg>
        <pc:spChg chg="add del mod">
          <ac:chgData name="Andrea Lucchesi" userId="55048a12-82ae-47e8-a99b-5604122a4ce8" providerId="ADAL" clId="{9D316533-2199-5347-A03E-B92E3EEBDBEA}" dt="2023-05-16T20:14:57.901" v="20983" actId="14861"/>
          <ac:spMkLst>
            <pc:docMk/>
            <pc:sldMk cId="2938196714" sldId="271"/>
            <ac:spMk id="4" creationId="{744536DF-760C-F464-035D-D32FE1FE94FF}"/>
          </ac:spMkLst>
        </pc:spChg>
        <pc:spChg chg="add del mod">
          <ac:chgData name="Andrea Lucchesi" userId="55048a12-82ae-47e8-a99b-5604122a4ce8" providerId="ADAL" clId="{9D316533-2199-5347-A03E-B92E3EEBDBEA}" dt="2023-05-08T17:19:54.300" v="3369" actId="478"/>
          <ac:spMkLst>
            <pc:docMk/>
            <pc:sldMk cId="2938196714" sldId="271"/>
            <ac:spMk id="5" creationId="{15A7F347-B2CE-E4B7-2AD9-00FCB2366416}"/>
          </ac:spMkLst>
        </pc:spChg>
        <pc:spChg chg="add del mod">
          <ac:chgData name="Andrea Lucchesi" userId="55048a12-82ae-47e8-a99b-5604122a4ce8" providerId="ADAL" clId="{9D316533-2199-5347-A03E-B92E3EEBDBEA}" dt="2023-05-09T17:44:35.735" v="9956" actId="478"/>
          <ac:spMkLst>
            <pc:docMk/>
            <pc:sldMk cId="2938196714" sldId="271"/>
            <ac:spMk id="5" creationId="{510BEBE7-4184-0C27-2C8D-0E6E9FF23771}"/>
          </ac:spMkLst>
        </pc:spChg>
        <pc:spChg chg="add del mod">
          <ac:chgData name="Andrea Lucchesi" userId="55048a12-82ae-47e8-a99b-5604122a4ce8" providerId="ADAL" clId="{9D316533-2199-5347-A03E-B92E3EEBDBEA}" dt="2023-05-12T16:01:06.724" v="18865" actId="478"/>
          <ac:spMkLst>
            <pc:docMk/>
            <pc:sldMk cId="2938196714" sldId="271"/>
            <ac:spMk id="6" creationId="{30E4341A-D403-A15B-5783-23DC592D4020}"/>
          </ac:spMkLst>
        </pc:spChg>
        <pc:spChg chg="del mod">
          <ac:chgData name="Andrea Lucchesi" userId="55048a12-82ae-47e8-a99b-5604122a4ce8" providerId="ADAL" clId="{9D316533-2199-5347-A03E-B92E3EEBDBEA}" dt="2023-05-08T17:19:47.273" v="3366" actId="478"/>
          <ac:spMkLst>
            <pc:docMk/>
            <pc:sldMk cId="2938196714" sldId="271"/>
            <ac:spMk id="7" creationId="{EADBC930-41DF-70B4-D430-4F65A4563D87}"/>
          </ac:spMkLst>
        </pc:spChg>
        <pc:spChg chg="add mod">
          <ac:chgData name="Andrea Lucchesi" userId="55048a12-82ae-47e8-a99b-5604122a4ce8" providerId="ADAL" clId="{9D316533-2199-5347-A03E-B92E3EEBDBEA}" dt="2023-05-16T20:06:59.671" v="20927" actId="20577"/>
          <ac:spMkLst>
            <pc:docMk/>
            <pc:sldMk cId="2938196714" sldId="271"/>
            <ac:spMk id="9" creationId="{68C53ECF-2607-1026-1DFF-384750EE1722}"/>
          </ac:spMkLst>
        </pc:spChg>
        <pc:graphicFrameChg chg="del mod modGraphic">
          <ac:chgData name="Andrea Lucchesi" userId="55048a12-82ae-47e8-a99b-5604122a4ce8" providerId="ADAL" clId="{9D316533-2199-5347-A03E-B92E3EEBDBEA}" dt="2023-05-12T16:00:45.242" v="18860" actId="478"/>
          <ac:graphicFrameMkLst>
            <pc:docMk/>
            <pc:sldMk cId="2938196714" sldId="271"/>
            <ac:graphicFrameMk id="2" creationId="{F378BF4B-7B39-7F23-708E-0580754DDCF3}"/>
          </ac:graphicFrameMkLst>
        </pc:graphicFrameChg>
        <pc:graphicFrameChg chg="add mod modGraphic">
          <ac:chgData name="Andrea Lucchesi" userId="55048a12-82ae-47e8-a99b-5604122a4ce8" providerId="ADAL" clId="{9D316533-2199-5347-A03E-B92E3EEBDBEA}" dt="2023-05-16T16:22:17.805" v="20782"/>
          <ac:graphicFrameMkLst>
            <pc:docMk/>
            <pc:sldMk cId="2938196714" sldId="271"/>
            <ac:graphicFrameMk id="3" creationId="{DA6787D9-0A08-3AD7-DB95-15874156BECD}"/>
          </ac:graphicFrameMkLst>
        </pc:graphicFrameChg>
        <pc:picChg chg="add del mod">
          <ac:chgData name="Andrea Lucchesi" userId="55048a12-82ae-47e8-a99b-5604122a4ce8" providerId="ADAL" clId="{9D316533-2199-5347-A03E-B92E3EEBDBEA}" dt="2023-05-10T14:07:06.139" v="13730" actId="478"/>
          <ac:picMkLst>
            <pc:docMk/>
            <pc:sldMk cId="2938196714" sldId="271"/>
            <ac:picMk id="3" creationId="{7481920A-0EFE-9581-24A5-55D1B2AA8729}"/>
          </ac:picMkLst>
        </pc:picChg>
        <pc:picChg chg="del mod">
          <ac:chgData name="Andrea Lucchesi" userId="55048a12-82ae-47e8-a99b-5604122a4ce8" providerId="ADAL" clId="{9D316533-2199-5347-A03E-B92E3EEBDBEA}" dt="2023-05-10T14:04:42.857" v="13690" actId="478"/>
          <ac:picMkLst>
            <pc:docMk/>
            <pc:sldMk cId="2938196714" sldId="271"/>
            <ac:picMk id="4" creationId="{49800CB8-5653-D544-9B18-DE09FAAEAF50}"/>
          </ac:picMkLst>
        </pc:picChg>
        <pc:picChg chg="add mod">
          <ac:chgData name="Andrea Lucchesi" userId="55048a12-82ae-47e8-a99b-5604122a4ce8" providerId="ADAL" clId="{9D316533-2199-5347-A03E-B92E3EEBDBEA}" dt="2023-05-10T16:53:17.680" v="13856" actId="167"/>
          <ac:picMkLst>
            <pc:docMk/>
            <pc:sldMk cId="2938196714" sldId="271"/>
            <ac:picMk id="5" creationId="{ABB3D8A2-B0FC-823C-1108-596B14D02E7E}"/>
          </ac:picMkLst>
        </pc:picChg>
        <pc:picChg chg="add del mod">
          <ac:chgData name="Andrea Lucchesi" userId="55048a12-82ae-47e8-a99b-5604122a4ce8" providerId="ADAL" clId="{9D316533-2199-5347-A03E-B92E3EEBDBEA}" dt="2023-05-10T13:58:51.957" v="13605" actId="478"/>
          <ac:picMkLst>
            <pc:docMk/>
            <pc:sldMk cId="2938196714" sldId="271"/>
            <ac:picMk id="6" creationId="{92DE485C-EC78-9D66-0EF5-B2D9164DCEAE}"/>
          </ac:picMkLst>
        </pc:picChg>
        <pc:picChg chg="add mod">
          <ac:chgData name="Andrea Lucchesi" userId="55048a12-82ae-47e8-a99b-5604122a4ce8" providerId="ADAL" clId="{9D316533-2199-5347-A03E-B92E3EEBDBEA}" dt="2023-05-10T14:04:43.340" v="13691"/>
          <ac:picMkLst>
            <pc:docMk/>
            <pc:sldMk cId="2938196714" sldId="271"/>
            <ac:picMk id="7" creationId="{F144C257-F50E-14BF-3CD6-DCF32D23B359}"/>
          </ac:picMkLst>
        </pc:picChg>
        <pc:picChg chg="add mod">
          <ac:chgData name="Andrea Lucchesi" userId="55048a12-82ae-47e8-a99b-5604122a4ce8" providerId="ADAL" clId="{9D316533-2199-5347-A03E-B92E3EEBDBEA}" dt="2023-05-10T14:07:06.552" v="13731"/>
          <ac:picMkLst>
            <pc:docMk/>
            <pc:sldMk cId="2938196714" sldId="271"/>
            <ac:picMk id="8" creationId="{12B40097-4E40-4664-9B03-21BCDA267DFA}"/>
          </ac:picMkLst>
        </pc:picChg>
        <pc:picChg chg="del mod">
          <ac:chgData name="Andrea Lucchesi" userId="55048a12-82ae-47e8-a99b-5604122a4ce8" providerId="ADAL" clId="{9D316533-2199-5347-A03E-B92E3EEBDBEA}" dt="2023-05-09T17:44:36.802" v="9957" actId="478"/>
          <ac:picMkLst>
            <pc:docMk/>
            <pc:sldMk cId="2938196714" sldId="271"/>
            <ac:picMk id="11" creationId="{92356E7D-EC8C-A86A-9943-6DA644ABFC2B}"/>
          </ac:picMkLst>
        </pc:picChg>
      </pc:sldChg>
      <pc:sldChg chg="addSp delSp modSp add del mod modTransition">
        <pc:chgData name="Andrea Lucchesi" userId="55048a12-82ae-47e8-a99b-5604122a4ce8" providerId="ADAL" clId="{9D316533-2199-5347-A03E-B92E3EEBDBEA}" dt="2023-05-15T08:27:21.553" v="20038" actId="2696"/>
        <pc:sldMkLst>
          <pc:docMk/>
          <pc:sldMk cId="2119138084" sldId="272"/>
        </pc:sldMkLst>
        <pc:spChg chg="add mod">
          <ac:chgData name="Andrea Lucchesi" userId="55048a12-82ae-47e8-a99b-5604122a4ce8" providerId="ADAL" clId="{9D316533-2199-5347-A03E-B92E3EEBDBEA}" dt="2023-05-14T11:06:29.494" v="19351" actId="2711"/>
          <ac:spMkLst>
            <pc:docMk/>
            <pc:sldMk cId="2119138084" sldId="272"/>
            <ac:spMk id="3" creationId="{E8473237-A5BA-5E8A-56E5-4906821F53F1}"/>
          </ac:spMkLst>
        </pc:spChg>
        <pc:spChg chg="add del mod">
          <ac:chgData name="Andrea Lucchesi" userId="55048a12-82ae-47e8-a99b-5604122a4ce8" providerId="ADAL" clId="{9D316533-2199-5347-A03E-B92E3EEBDBEA}" dt="2023-05-09T17:44:45.824" v="9959" actId="478"/>
          <ac:spMkLst>
            <pc:docMk/>
            <pc:sldMk cId="2119138084" sldId="272"/>
            <ac:spMk id="5" creationId="{8CD3DF80-ED83-A0AE-B6D8-A76FA5D5958C}"/>
          </ac:spMkLst>
        </pc:spChg>
        <pc:spChg chg="del mod">
          <ac:chgData name="Andrea Lucchesi" userId="55048a12-82ae-47e8-a99b-5604122a4ce8" providerId="ADAL" clId="{9D316533-2199-5347-A03E-B92E3EEBDBEA}" dt="2023-05-08T17:11:28.321" v="3310" actId="478"/>
          <ac:spMkLst>
            <pc:docMk/>
            <pc:sldMk cId="2119138084" sldId="272"/>
            <ac:spMk id="7" creationId="{EADBC930-41DF-70B4-D430-4F65A4563D87}"/>
          </ac:spMkLst>
        </pc:spChg>
        <pc:graphicFrameChg chg="del mod modGraphic">
          <ac:chgData name="Andrea Lucchesi" userId="55048a12-82ae-47e8-a99b-5604122a4ce8" providerId="ADAL" clId="{9D316533-2199-5347-A03E-B92E3EEBDBEA}" dt="2023-05-12T16:00:25.598" v="18857" actId="478"/>
          <ac:graphicFrameMkLst>
            <pc:docMk/>
            <pc:sldMk cId="2119138084" sldId="272"/>
            <ac:graphicFrameMk id="2" creationId="{F378BF4B-7B39-7F23-708E-0580754DDCF3}"/>
          </ac:graphicFrameMkLst>
        </pc:graphicFrameChg>
        <pc:graphicFrameChg chg="add mod modGraphic">
          <ac:chgData name="Andrea Lucchesi" userId="55048a12-82ae-47e8-a99b-5604122a4ce8" providerId="ADAL" clId="{9D316533-2199-5347-A03E-B92E3EEBDBEA}" dt="2023-05-14T17:06:41.492" v="19551" actId="113"/>
          <ac:graphicFrameMkLst>
            <pc:docMk/>
            <pc:sldMk cId="2119138084" sldId="272"/>
            <ac:graphicFrameMk id="5" creationId="{FCE74581-2D6E-46BF-C9E7-46B234F45876}"/>
          </ac:graphicFrameMkLst>
        </pc:graphicFrameChg>
        <pc:picChg chg="add del mod">
          <ac:chgData name="Andrea Lucchesi" userId="55048a12-82ae-47e8-a99b-5604122a4ce8" providerId="ADAL" clId="{9D316533-2199-5347-A03E-B92E3EEBDBEA}" dt="2023-05-10T14:07:10.381" v="13732" actId="478"/>
          <ac:picMkLst>
            <pc:docMk/>
            <pc:sldMk cId="2119138084" sldId="272"/>
            <ac:picMk id="3" creationId="{8EA0C010-B4E5-DA9C-2AC4-7801443C1A41}"/>
          </ac:picMkLst>
        </pc:picChg>
        <pc:picChg chg="add del mod">
          <ac:chgData name="Andrea Lucchesi" userId="55048a12-82ae-47e8-a99b-5604122a4ce8" providerId="ADAL" clId="{9D316533-2199-5347-A03E-B92E3EEBDBEA}" dt="2023-05-11T16:05:25.559" v="15925" actId="478"/>
          <ac:picMkLst>
            <pc:docMk/>
            <pc:sldMk cId="2119138084" sldId="272"/>
            <ac:picMk id="3" creationId="{C895B827-12A0-D68D-24F7-3125C222CA28}"/>
          </ac:picMkLst>
        </pc:picChg>
        <pc:picChg chg="del mod">
          <ac:chgData name="Andrea Lucchesi" userId="55048a12-82ae-47e8-a99b-5604122a4ce8" providerId="ADAL" clId="{9D316533-2199-5347-A03E-B92E3EEBDBEA}" dt="2023-05-10T14:04:46.491" v="13692" actId="478"/>
          <ac:picMkLst>
            <pc:docMk/>
            <pc:sldMk cId="2119138084" sldId="272"/>
            <ac:picMk id="4" creationId="{49800CB8-5653-D544-9B18-DE09FAAEAF50}"/>
          </ac:picMkLst>
        </pc:picChg>
        <pc:picChg chg="add mod">
          <ac:chgData name="Andrea Lucchesi" userId="55048a12-82ae-47e8-a99b-5604122a4ce8" providerId="ADAL" clId="{9D316533-2199-5347-A03E-B92E3EEBDBEA}" dt="2023-05-11T16:05:33.038" v="15927" actId="167"/>
          <ac:picMkLst>
            <pc:docMk/>
            <pc:sldMk cId="2119138084" sldId="272"/>
            <ac:picMk id="4" creationId="{9E2D484D-EC1D-645E-68D4-B55817C171DB}"/>
          </ac:picMkLst>
        </pc:picChg>
        <pc:picChg chg="add del mod">
          <ac:chgData name="Andrea Lucchesi" userId="55048a12-82ae-47e8-a99b-5604122a4ce8" providerId="ADAL" clId="{9D316533-2199-5347-A03E-B92E3EEBDBEA}" dt="2023-05-10T13:59:07.282" v="13608" actId="478"/>
          <ac:picMkLst>
            <pc:docMk/>
            <pc:sldMk cId="2119138084" sldId="272"/>
            <ac:picMk id="5" creationId="{DA5B63AD-82CA-FE61-094E-A4CFE2C66756}"/>
          </ac:picMkLst>
        </pc:picChg>
        <pc:picChg chg="add del mod">
          <ac:chgData name="Andrea Lucchesi" userId="55048a12-82ae-47e8-a99b-5604122a4ce8" providerId="ADAL" clId="{9D316533-2199-5347-A03E-B92E3EEBDBEA}" dt="2023-05-10T16:53:01.717" v="13849" actId="478"/>
          <ac:picMkLst>
            <pc:docMk/>
            <pc:sldMk cId="2119138084" sldId="272"/>
            <ac:picMk id="6" creationId="{025A242B-533E-3F5A-E5CC-C34DFB193442}"/>
          </ac:picMkLst>
        </pc:picChg>
        <pc:picChg chg="add del mod">
          <ac:chgData name="Andrea Lucchesi" userId="55048a12-82ae-47e8-a99b-5604122a4ce8" providerId="ADAL" clId="{9D316533-2199-5347-A03E-B92E3EEBDBEA}" dt="2023-05-10T11:35:01.755" v="12518" actId="478"/>
          <ac:picMkLst>
            <pc:docMk/>
            <pc:sldMk cId="2119138084" sldId="272"/>
            <ac:picMk id="6" creationId="{72D154B6-42BA-5F64-B27A-FE54AB344877}"/>
          </ac:picMkLst>
        </pc:picChg>
        <pc:picChg chg="add mod">
          <ac:chgData name="Andrea Lucchesi" userId="55048a12-82ae-47e8-a99b-5604122a4ce8" providerId="ADAL" clId="{9D316533-2199-5347-A03E-B92E3EEBDBEA}" dt="2023-05-10T14:04:46.956" v="13693"/>
          <ac:picMkLst>
            <pc:docMk/>
            <pc:sldMk cId="2119138084" sldId="272"/>
            <ac:picMk id="7" creationId="{0D896448-F1C5-F608-7E79-0EFA9C6AC6D1}"/>
          </ac:picMkLst>
        </pc:picChg>
        <pc:picChg chg="add mod">
          <ac:chgData name="Andrea Lucchesi" userId="55048a12-82ae-47e8-a99b-5604122a4ce8" providerId="ADAL" clId="{9D316533-2199-5347-A03E-B92E3EEBDBEA}" dt="2023-05-10T14:07:10.732" v="13733"/>
          <ac:picMkLst>
            <pc:docMk/>
            <pc:sldMk cId="2119138084" sldId="272"/>
            <ac:picMk id="8" creationId="{D6E5E8EE-CF26-45BE-29BD-F0BA3713DD86}"/>
          </ac:picMkLst>
        </pc:picChg>
        <pc:picChg chg="del mod">
          <ac:chgData name="Andrea Lucchesi" userId="55048a12-82ae-47e8-a99b-5604122a4ce8" providerId="ADAL" clId="{9D316533-2199-5347-A03E-B92E3EEBDBEA}" dt="2023-05-09T17:44:42.917" v="9958" actId="478"/>
          <ac:picMkLst>
            <pc:docMk/>
            <pc:sldMk cId="2119138084" sldId="272"/>
            <ac:picMk id="11" creationId="{92356E7D-EC8C-A86A-9943-6DA644ABFC2B}"/>
          </ac:picMkLst>
        </pc:picChg>
      </pc:sldChg>
      <pc:sldChg chg="addSp delSp modSp add del mod ord modTransition">
        <pc:chgData name="Andrea Lucchesi" userId="55048a12-82ae-47e8-a99b-5604122a4ce8" providerId="ADAL" clId="{9D316533-2199-5347-A03E-B92E3EEBDBEA}" dt="2023-05-16T20:06:08.481" v="20921" actId="20577"/>
        <pc:sldMkLst>
          <pc:docMk/>
          <pc:sldMk cId="2582723223" sldId="273"/>
        </pc:sldMkLst>
        <pc:spChg chg="add mod">
          <ac:chgData name="Andrea Lucchesi" userId="55048a12-82ae-47e8-a99b-5604122a4ce8" providerId="ADAL" clId="{9D316533-2199-5347-A03E-B92E3EEBDBEA}" dt="2023-05-12T14:27:37.997" v="18785" actId="1076"/>
          <ac:spMkLst>
            <pc:docMk/>
            <pc:sldMk cId="2582723223" sldId="273"/>
            <ac:spMk id="4" creationId="{0009672F-A509-0B3F-C39F-3AF9DD60CDFC}"/>
          </ac:spMkLst>
        </pc:spChg>
        <pc:spChg chg="mod">
          <ac:chgData name="Andrea Lucchesi" userId="55048a12-82ae-47e8-a99b-5604122a4ce8" providerId="ADAL" clId="{9D316533-2199-5347-A03E-B92E3EEBDBEA}" dt="2023-05-16T20:06:08.481" v="20921" actId="20577"/>
          <ac:spMkLst>
            <pc:docMk/>
            <pc:sldMk cId="2582723223" sldId="273"/>
            <ac:spMk id="4" creationId="{396469A9-EEDD-BA64-9E0C-C569595922DD}"/>
          </ac:spMkLst>
        </pc:spChg>
        <pc:spChg chg="add del mod">
          <ac:chgData name="Andrea Lucchesi" userId="55048a12-82ae-47e8-a99b-5604122a4ce8" providerId="ADAL" clId="{9D316533-2199-5347-A03E-B92E3EEBDBEA}" dt="2023-05-09T15:21:08.307" v="9295" actId="478"/>
          <ac:spMkLst>
            <pc:docMk/>
            <pc:sldMk cId="2582723223" sldId="273"/>
            <ac:spMk id="5" creationId="{C9208C8C-D590-BE37-2ECD-A59924ACFDC0}"/>
          </ac:spMkLst>
        </pc:spChg>
        <pc:spChg chg="add del mod">
          <ac:chgData name="Andrea Lucchesi" userId="55048a12-82ae-47e8-a99b-5604122a4ce8" providerId="ADAL" clId="{9D316533-2199-5347-A03E-B92E3EEBDBEA}" dt="2023-05-09T17:44:58.512" v="9962" actId="478"/>
          <ac:spMkLst>
            <pc:docMk/>
            <pc:sldMk cId="2582723223" sldId="273"/>
            <ac:spMk id="6" creationId="{F4E5EF14-178F-18D7-1785-6A34B2D1DC74}"/>
          </ac:spMkLst>
        </pc:spChg>
        <pc:graphicFrameChg chg="mod modGraphic">
          <ac:chgData name="Andrea Lucchesi" userId="55048a12-82ae-47e8-a99b-5604122a4ce8" providerId="ADAL" clId="{9D316533-2199-5347-A03E-B92E3EEBDBEA}" dt="2023-05-16T16:16:30.689" v="20767" actId="207"/>
          <ac:graphicFrameMkLst>
            <pc:docMk/>
            <pc:sldMk cId="2582723223" sldId="273"/>
            <ac:graphicFrameMk id="2" creationId="{F378BF4B-7B39-7F23-708E-0580754DDCF3}"/>
          </ac:graphicFrameMkLst>
        </pc:graphicFrameChg>
        <pc:picChg chg="add del mod">
          <ac:chgData name="Andrea Lucchesi" userId="55048a12-82ae-47e8-a99b-5604122a4ce8" providerId="ADAL" clId="{9D316533-2199-5347-A03E-B92E3EEBDBEA}" dt="2023-05-10T14:07:13.579" v="13734" actId="478"/>
          <ac:picMkLst>
            <pc:docMk/>
            <pc:sldMk cId="2582723223" sldId="273"/>
            <ac:picMk id="3" creationId="{2C77E83A-4983-FF6A-A157-DE947A7FBB63}"/>
          </ac:picMkLst>
        </pc:picChg>
        <pc:picChg chg="add mod">
          <ac:chgData name="Andrea Lucchesi" userId="55048a12-82ae-47e8-a99b-5604122a4ce8" providerId="ADAL" clId="{9D316533-2199-5347-A03E-B92E3EEBDBEA}" dt="2023-05-10T16:53:36.190" v="13860" actId="167"/>
          <ac:picMkLst>
            <pc:docMk/>
            <pc:sldMk cId="2582723223" sldId="273"/>
            <ac:picMk id="3" creationId="{675BDDF7-84D1-13FE-97AD-736F1773C7D1}"/>
          </ac:picMkLst>
        </pc:picChg>
        <pc:picChg chg="del mod">
          <ac:chgData name="Andrea Lucchesi" userId="55048a12-82ae-47e8-a99b-5604122a4ce8" providerId="ADAL" clId="{9D316533-2199-5347-A03E-B92E3EEBDBEA}" dt="2023-05-10T14:04:50.302" v="13694" actId="478"/>
          <ac:picMkLst>
            <pc:docMk/>
            <pc:sldMk cId="2582723223" sldId="273"/>
            <ac:picMk id="4" creationId="{49800CB8-5653-D544-9B18-DE09FAAEAF50}"/>
          </ac:picMkLst>
        </pc:picChg>
        <pc:picChg chg="add del mod">
          <ac:chgData name="Andrea Lucchesi" userId="55048a12-82ae-47e8-a99b-5604122a4ce8" providerId="ADAL" clId="{9D316533-2199-5347-A03E-B92E3EEBDBEA}" dt="2023-05-10T11:34:13.303" v="12506" actId="478"/>
          <ac:picMkLst>
            <pc:docMk/>
            <pc:sldMk cId="2582723223" sldId="273"/>
            <ac:picMk id="5" creationId="{3F10268A-199B-AA7F-0538-BB28FBB4FD7B}"/>
          </ac:picMkLst>
        </pc:picChg>
        <pc:picChg chg="add del mod">
          <ac:chgData name="Andrea Lucchesi" userId="55048a12-82ae-47e8-a99b-5604122a4ce8" providerId="ADAL" clId="{9D316533-2199-5347-A03E-B92E3EEBDBEA}" dt="2023-05-10T16:53:22.520" v="13857" actId="478"/>
          <ac:picMkLst>
            <pc:docMk/>
            <pc:sldMk cId="2582723223" sldId="273"/>
            <ac:picMk id="5" creationId="{80B573ED-6727-11DD-D0A5-F9AC7CC89802}"/>
          </ac:picMkLst>
        </pc:picChg>
        <pc:picChg chg="add del mod">
          <ac:chgData name="Andrea Lucchesi" userId="55048a12-82ae-47e8-a99b-5604122a4ce8" providerId="ADAL" clId="{9D316533-2199-5347-A03E-B92E3EEBDBEA}" dt="2023-05-10T13:59:24.921" v="13611" actId="478"/>
          <ac:picMkLst>
            <pc:docMk/>
            <pc:sldMk cId="2582723223" sldId="273"/>
            <ac:picMk id="6" creationId="{A4F8CA60-BEA4-011F-91D3-98748E41BA12}"/>
          </ac:picMkLst>
        </pc:picChg>
        <pc:picChg chg="add mod">
          <ac:chgData name="Andrea Lucchesi" userId="55048a12-82ae-47e8-a99b-5604122a4ce8" providerId="ADAL" clId="{9D316533-2199-5347-A03E-B92E3EEBDBEA}" dt="2023-05-10T14:04:50.766" v="13695"/>
          <ac:picMkLst>
            <pc:docMk/>
            <pc:sldMk cId="2582723223" sldId="273"/>
            <ac:picMk id="7" creationId="{94D347AD-4130-A01A-B0F9-CB89CF687128}"/>
          </ac:picMkLst>
        </pc:picChg>
        <pc:picChg chg="add mod">
          <ac:chgData name="Andrea Lucchesi" userId="55048a12-82ae-47e8-a99b-5604122a4ce8" providerId="ADAL" clId="{9D316533-2199-5347-A03E-B92E3EEBDBEA}" dt="2023-05-10T14:07:13.916" v="13735"/>
          <ac:picMkLst>
            <pc:docMk/>
            <pc:sldMk cId="2582723223" sldId="273"/>
            <ac:picMk id="8" creationId="{8C129C8D-B315-313E-BDA5-B573645A03B1}"/>
          </ac:picMkLst>
        </pc:picChg>
        <pc:picChg chg="del mod">
          <ac:chgData name="Andrea Lucchesi" userId="55048a12-82ae-47e8-a99b-5604122a4ce8" providerId="ADAL" clId="{9D316533-2199-5347-A03E-B92E3EEBDBEA}" dt="2023-05-09T17:44:56.373" v="9961" actId="478"/>
          <ac:picMkLst>
            <pc:docMk/>
            <pc:sldMk cId="2582723223" sldId="273"/>
            <ac:picMk id="11" creationId="{92356E7D-EC8C-A86A-9943-6DA644ABFC2B}"/>
          </ac:picMkLst>
        </pc:picChg>
      </pc:sldChg>
      <pc:sldChg chg="addSp delSp modSp add del mod ord modTransition">
        <pc:chgData name="Andrea Lucchesi" userId="55048a12-82ae-47e8-a99b-5604122a4ce8" providerId="ADAL" clId="{9D316533-2199-5347-A03E-B92E3EEBDBEA}" dt="2023-05-14T09:18:51.549" v="18929" actId="2696"/>
        <pc:sldMkLst>
          <pc:docMk/>
          <pc:sldMk cId="690904543" sldId="274"/>
        </pc:sldMkLst>
        <pc:spChg chg="add del mod">
          <ac:chgData name="Andrea Lucchesi" userId="55048a12-82ae-47e8-a99b-5604122a4ce8" providerId="ADAL" clId="{9D316533-2199-5347-A03E-B92E3EEBDBEA}" dt="2023-05-09T17:45:07.561" v="9965" actId="478"/>
          <ac:spMkLst>
            <pc:docMk/>
            <pc:sldMk cId="690904543" sldId="274"/>
            <ac:spMk id="3" creationId="{1A930FAF-9548-ADFD-BD98-966B9077645E}"/>
          </ac:spMkLst>
        </pc:spChg>
        <pc:spChg chg="add mod">
          <ac:chgData name="Andrea Lucchesi" userId="55048a12-82ae-47e8-a99b-5604122a4ce8" providerId="ADAL" clId="{9D316533-2199-5347-A03E-B92E3EEBDBEA}" dt="2023-05-12T14:25:10.446" v="18694" actId="255"/>
          <ac:spMkLst>
            <pc:docMk/>
            <pc:sldMk cId="690904543" sldId="274"/>
            <ac:spMk id="3" creationId="{7539082B-A033-0580-3A8D-7808D76C7B99}"/>
          </ac:spMkLst>
        </pc:spChg>
        <pc:spChg chg="add mod">
          <ac:chgData name="Andrea Lucchesi" userId="55048a12-82ae-47e8-a99b-5604122a4ce8" providerId="ADAL" clId="{9D316533-2199-5347-A03E-B92E3EEBDBEA}" dt="2023-05-12T14:22:32.348" v="18630" actId="1076"/>
          <ac:spMkLst>
            <pc:docMk/>
            <pc:sldMk cId="690904543" sldId="274"/>
            <ac:spMk id="7" creationId="{5756D09D-0F62-D4C6-3189-C60C553EDC6F}"/>
          </ac:spMkLst>
        </pc:spChg>
        <pc:spChg chg="del mod">
          <ac:chgData name="Andrea Lucchesi" userId="55048a12-82ae-47e8-a99b-5604122a4ce8" providerId="ADAL" clId="{9D316533-2199-5347-A03E-B92E3EEBDBEA}" dt="2023-05-08T17:34:45.041" v="3808" actId="478"/>
          <ac:spMkLst>
            <pc:docMk/>
            <pc:sldMk cId="690904543" sldId="274"/>
            <ac:spMk id="7" creationId="{EADBC930-41DF-70B4-D430-4F65A4563D87}"/>
          </ac:spMkLst>
        </pc:spChg>
        <pc:spChg chg="add del mod">
          <ac:chgData name="Andrea Lucchesi" userId="55048a12-82ae-47e8-a99b-5604122a4ce8" providerId="ADAL" clId="{9D316533-2199-5347-A03E-B92E3EEBDBEA}" dt="2023-05-08T17:34:48.069" v="3809" actId="478"/>
          <ac:spMkLst>
            <pc:docMk/>
            <pc:sldMk cId="690904543" sldId="274"/>
            <ac:spMk id="8" creationId="{7357DFF3-F152-BC8A-A129-771E69EFA8EA}"/>
          </ac:spMkLst>
        </pc:spChg>
        <pc:graphicFrameChg chg="del">
          <ac:chgData name="Andrea Lucchesi" userId="55048a12-82ae-47e8-a99b-5604122a4ce8" providerId="ADAL" clId="{9D316533-2199-5347-A03E-B92E3EEBDBEA}" dt="2023-05-08T17:31:58.697" v="3779" actId="478"/>
          <ac:graphicFrameMkLst>
            <pc:docMk/>
            <pc:sldMk cId="690904543" sldId="274"/>
            <ac:graphicFrameMk id="2" creationId="{AE8A7E13-BBD8-4F3F-A748-45B44ECC76D3}"/>
          </ac:graphicFrameMkLst>
        </pc:graphicFrameChg>
        <pc:graphicFrameChg chg="add del mod">
          <ac:chgData name="Andrea Lucchesi" userId="55048a12-82ae-47e8-a99b-5604122a4ce8" providerId="ADAL" clId="{9D316533-2199-5347-A03E-B92E3EEBDBEA}" dt="2023-05-08T17:32:33.757" v="3790" actId="478"/>
          <ac:graphicFrameMkLst>
            <pc:docMk/>
            <pc:sldMk cId="690904543" sldId="274"/>
            <ac:graphicFrameMk id="3" creationId="{570E2A4D-041A-4859-808B-C34BFFBEF008}"/>
          </ac:graphicFrameMkLst>
        </pc:graphicFrameChg>
        <pc:graphicFrameChg chg="add mod">
          <ac:chgData name="Andrea Lucchesi" userId="55048a12-82ae-47e8-a99b-5604122a4ce8" providerId="ADAL" clId="{9D316533-2199-5347-A03E-B92E3EEBDBEA}" dt="2023-05-12T14:23:35.290" v="18660" actId="1076"/>
          <ac:graphicFrameMkLst>
            <pc:docMk/>
            <pc:sldMk cId="690904543" sldId="274"/>
            <ac:graphicFrameMk id="5" creationId="{258150B9-B945-A6FA-7634-20B9B890900B}"/>
          </ac:graphicFrameMkLst>
        </pc:graphicFrameChg>
        <pc:picChg chg="add mod">
          <ac:chgData name="Andrea Lucchesi" userId="55048a12-82ae-47e8-a99b-5604122a4ce8" providerId="ADAL" clId="{9D316533-2199-5347-A03E-B92E3EEBDBEA}" dt="2023-05-10T16:53:46.569" v="13863" actId="167"/>
          <ac:picMkLst>
            <pc:docMk/>
            <pc:sldMk cId="690904543" sldId="274"/>
            <ac:picMk id="2" creationId="{5C3F444C-680F-699A-81ED-27D0F486DE97}"/>
          </ac:picMkLst>
        </pc:picChg>
        <pc:picChg chg="add del mod">
          <ac:chgData name="Andrea Lucchesi" userId="55048a12-82ae-47e8-a99b-5604122a4ce8" providerId="ADAL" clId="{9D316533-2199-5347-A03E-B92E3EEBDBEA}" dt="2023-05-10T14:07:21.386" v="13738" actId="478"/>
          <ac:picMkLst>
            <pc:docMk/>
            <pc:sldMk cId="690904543" sldId="274"/>
            <ac:picMk id="2" creationId="{EE1613C1-7387-3A9C-FAC2-E438416D17AC}"/>
          </ac:picMkLst>
        </pc:picChg>
        <pc:picChg chg="add del mod">
          <ac:chgData name="Andrea Lucchesi" userId="55048a12-82ae-47e8-a99b-5604122a4ce8" providerId="ADAL" clId="{9D316533-2199-5347-A03E-B92E3EEBDBEA}" dt="2023-05-10T13:59:59.312" v="13617" actId="478"/>
          <ac:picMkLst>
            <pc:docMk/>
            <pc:sldMk cId="690904543" sldId="274"/>
            <ac:picMk id="3" creationId="{9F73FA3B-2431-EC3A-1857-E9346972E939}"/>
          </ac:picMkLst>
        </pc:picChg>
        <pc:picChg chg="del mod">
          <ac:chgData name="Andrea Lucchesi" userId="55048a12-82ae-47e8-a99b-5604122a4ce8" providerId="ADAL" clId="{9D316533-2199-5347-A03E-B92E3EEBDBEA}" dt="2023-05-10T14:04:58.275" v="13698" actId="478"/>
          <ac:picMkLst>
            <pc:docMk/>
            <pc:sldMk cId="690904543" sldId="274"/>
            <ac:picMk id="4" creationId="{49800CB8-5653-D544-9B18-DE09FAAEAF50}"/>
          </ac:picMkLst>
        </pc:picChg>
        <pc:picChg chg="add del mod">
          <ac:chgData name="Andrea Lucchesi" userId="55048a12-82ae-47e8-a99b-5604122a4ce8" providerId="ADAL" clId="{9D316533-2199-5347-A03E-B92E3EEBDBEA}" dt="2023-05-10T11:35:09.496" v="12522" actId="478"/>
          <ac:picMkLst>
            <pc:docMk/>
            <pc:sldMk cId="690904543" sldId="274"/>
            <ac:picMk id="6" creationId="{08CCF7DD-4665-48DB-2560-84896916243C}"/>
          </ac:picMkLst>
        </pc:picChg>
        <pc:picChg chg="add del mod">
          <ac:chgData name="Andrea Lucchesi" userId="55048a12-82ae-47e8-a99b-5604122a4ce8" providerId="ADAL" clId="{9D316533-2199-5347-A03E-B92E3EEBDBEA}" dt="2023-05-10T16:53:42.469" v="13861" actId="478"/>
          <ac:picMkLst>
            <pc:docMk/>
            <pc:sldMk cId="690904543" sldId="274"/>
            <ac:picMk id="6" creationId="{152FDF5C-96DB-BF3B-F660-8F283CC4579B}"/>
          </ac:picMkLst>
        </pc:picChg>
        <pc:picChg chg="add mod">
          <ac:chgData name="Andrea Lucchesi" userId="55048a12-82ae-47e8-a99b-5604122a4ce8" providerId="ADAL" clId="{9D316533-2199-5347-A03E-B92E3EEBDBEA}" dt="2023-05-10T14:04:58.747" v="13699"/>
          <ac:picMkLst>
            <pc:docMk/>
            <pc:sldMk cId="690904543" sldId="274"/>
            <ac:picMk id="8" creationId="{8488D8C8-96A2-4BA6-D170-D1ADBF51B6E9}"/>
          </ac:picMkLst>
        </pc:picChg>
        <pc:picChg chg="add mod">
          <ac:chgData name="Andrea Lucchesi" userId="55048a12-82ae-47e8-a99b-5604122a4ce8" providerId="ADAL" clId="{9D316533-2199-5347-A03E-B92E3EEBDBEA}" dt="2023-05-10T14:07:21.787" v="13739"/>
          <ac:picMkLst>
            <pc:docMk/>
            <pc:sldMk cId="690904543" sldId="274"/>
            <ac:picMk id="9" creationId="{2E036A62-28D8-DD6E-B255-6C7F3B4159B4}"/>
          </ac:picMkLst>
        </pc:picChg>
        <pc:picChg chg="del">
          <ac:chgData name="Andrea Lucchesi" userId="55048a12-82ae-47e8-a99b-5604122a4ce8" providerId="ADAL" clId="{9D316533-2199-5347-A03E-B92E3EEBDBEA}" dt="2023-05-09T17:45:08.623" v="9966" actId="478"/>
          <ac:picMkLst>
            <pc:docMk/>
            <pc:sldMk cId="690904543" sldId="274"/>
            <ac:picMk id="11" creationId="{92356E7D-EC8C-A86A-9943-6DA644ABFC2B}"/>
          </ac:picMkLst>
        </pc:picChg>
      </pc:sldChg>
      <pc:sldChg chg="addSp delSp modSp add del mod ord modTransition">
        <pc:chgData name="Andrea Lucchesi" userId="55048a12-82ae-47e8-a99b-5604122a4ce8" providerId="ADAL" clId="{9D316533-2199-5347-A03E-B92E3EEBDBEA}" dt="2023-05-15T08:33:02.048" v="20127" actId="2696"/>
        <pc:sldMkLst>
          <pc:docMk/>
          <pc:sldMk cId="3050534766" sldId="275"/>
        </pc:sldMkLst>
        <pc:spChg chg="add mod">
          <ac:chgData name="Andrea Lucchesi" userId="55048a12-82ae-47e8-a99b-5604122a4ce8" providerId="ADAL" clId="{9D316533-2199-5347-A03E-B92E3EEBDBEA}" dt="2023-05-14T11:06:41.524" v="19353" actId="2711"/>
          <ac:spMkLst>
            <pc:docMk/>
            <pc:sldMk cId="3050534766" sldId="275"/>
            <ac:spMk id="3" creationId="{4FBC5117-D3CE-B681-1A84-C7B563033D67}"/>
          </ac:spMkLst>
        </pc:spChg>
        <pc:spChg chg="add del mod">
          <ac:chgData name="Andrea Lucchesi" userId="55048a12-82ae-47e8-a99b-5604122a4ce8" providerId="ADAL" clId="{9D316533-2199-5347-A03E-B92E3EEBDBEA}" dt="2023-05-09T17:45:03.127" v="9963" actId="478"/>
          <ac:spMkLst>
            <pc:docMk/>
            <pc:sldMk cId="3050534766" sldId="275"/>
            <ac:spMk id="5" creationId="{74477151-733D-CBFB-26BF-466305C26FF8}"/>
          </ac:spMkLst>
        </pc:spChg>
        <pc:spChg chg="add mod">
          <ac:chgData name="Andrea Lucchesi" userId="55048a12-82ae-47e8-a99b-5604122a4ce8" providerId="ADAL" clId="{9D316533-2199-5347-A03E-B92E3EEBDBEA}" dt="2023-05-12T16:02:37.572" v="18877" actId="113"/>
          <ac:spMkLst>
            <pc:docMk/>
            <pc:sldMk cId="3050534766" sldId="275"/>
            <ac:spMk id="6" creationId="{42C297BF-D2D2-87A1-90C5-D0D41836FBB0}"/>
          </ac:spMkLst>
        </pc:spChg>
        <pc:graphicFrameChg chg="del mod modGraphic">
          <ac:chgData name="Andrea Lucchesi" userId="55048a12-82ae-47e8-a99b-5604122a4ce8" providerId="ADAL" clId="{9D316533-2199-5347-A03E-B92E3EEBDBEA}" dt="2023-05-12T16:01:51.756" v="18869" actId="478"/>
          <ac:graphicFrameMkLst>
            <pc:docMk/>
            <pc:sldMk cId="3050534766" sldId="275"/>
            <ac:graphicFrameMk id="2" creationId="{F378BF4B-7B39-7F23-708E-0580754DDCF3}"/>
          </ac:graphicFrameMkLst>
        </pc:graphicFrameChg>
        <pc:graphicFrameChg chg="add mod modGraphic">
          <ac:chgData name="Andrea Lucchesi" userId="55048a12-82ae-47e8-a99b-5604122a4ce8" providerId="ADAL" clId="{9D316533-2199-5347-A03E-B92E3EEBDBEA}" dt="2023-05-14T17:25:52.151" v="20034"/>
          <ac:graphicFrameMkLst>
            <pc:docMk/>
            <pc:sldMk cId="3050534766" sldId="275"/>
            <ac:graphicFrameMk id="5" creationId="{9837FB35-03A6-1182-DE62-979EB07DD833}"/>
          </ac:graphicFrameMkLst>
        </pc:graphicFrameChg>
        <pc:picChg chg="add del mod">
          <ac:chgData name="Andrea Lucchesi" userId="55048a12-82ae-47e8-a99b-5604122a4ce8" providerId="ADAL" clId="{9D316533-2199-5347-A03E-B92E3EEBDBEA}" dt="2023-05-10T14:07:17.254" v="13736" actId="478"/>
          <ac:picMkLst>
            <pc:docMk/>
            <pc:sldMk cId="3050534766" sldId="275"/>
            <ac:picMk id="3" creationId="{71072851-99C5-AF34-CA10-6F4CE5F6D2E5}"/>
          </ac:picMkLst>
        </pc:picChg>
        <pc:picChg chg="add del mod">
          <ac:chgData name="Andrea Lucchesi" userId="55048a12-82ae-47e8-a99b-5604122a4ce8" providerId="ADAL" clId="{9D316533-2199-5347-A03E-B92E3EEBDBEA}" dt="2023-05-11T16:05:13.696" v="15921" actId="478"/>
          <ac:picMkLst>
            <pc:docMk/>
            <pc:sldMk cId="3050534766" sldId="275"/>
            <ac:picMk id="3" creationId="{A62B9E9B-5682-297F-805F-94F6223791ED}"/>
          </ac:picMkLst>
        </pc:picChg>
        <pc:picChg chg="add mod">
          <ac:chgData name="Andrea Lucchesi" userId="55048a12-82ae-47e8-a99b-5604122a4ce8" providerId="ADAL" clId="{9D316533-2199-5347-A03E-B92E3EEBDBEA}" dt="2023-05-11T16:05:21.344" v="15923" actId="167"/>
          <ac:picMkLst>
            <pc:docMk/>
            <pc:sldMk cId="3050534766" sldId="275"/>
            <ac:picMk id="4" creationId="{3CEEFC86-206C-7F00-3BDA-0DE81355124B}"/>
          </ac:picMkLst>
        </pc:picChg>
        <pc:picChg chg="del mod">
          <ac:chgData name="Andrea Lucchesi" userId="55048a12-82ae-47e8-a99b-5604122a4ce8" providerId="ADAL" clId="{9D316533-2199-5347-A03E-B92E3EEBDBEA}" dt="2023-05-10T14:04:54.127" v="13696" actId="478"/>
          <ac:picMkLst>
            <pc:docMk/>
            <pc:sldMk cId="3050534766" sldId="275"/>
            <ac:picMk id="4" creationId="{49800CB8-5653-D544-9B18-DE09FAAEAF50}"/>
          </ac:picMkLst>
        </pc:picChg>
        <pc:picChg chg="add del mod">
          <ac:chgData name="Andrea Lucchesi" userId="55048a12-82ae-47e8-a99b-5604122a4ce8" providerId="ADAL" clId="{9D316533-2199-5347-A03E-B92E3EEBDBEA}" dt="2023-05-10T16:53:08.520" v="13853" actId="478"/>
          <ac:picMkLst>
            <pc:docMk/>
            <pc:sldMk cId="3050534766" sldId="275"/>
            <ac:picMk id="5" creationId="{06348908-9F09-CEC8-887E-B96EF1BDD5CC}"/>
          </ac:picMkLst>
        </pc:picChg>
        <pc:picChg chg="add del mod">
          <ac:chgData name="Andrea Lucchesi" userId="55048a12-82ae-47e8-a99b-5604122a4ce8" providerId="ADAL" clId="{9D316533-2199-5347-A03E-B92E3EEBDBEA}" dt="2023-05-10T13:59:41.233" v="13614" actId="478"/>
          <ac:picMkLst>
            <pc:docMk/>
            <pc:sldMk cId="3050534766" sldId="275"/>
            <ac:picMk id="6" creationId="{532CB89F-5F8D-721D-5663-06C4DC267E04}"/>
          </ac:picMkLst>
        </pc:picChg>
        <pc:picChg chg="add mod">
          <ac:chgData name="Andrea Lucchesi" userId="55048a12-82ae-47e8-a99b-5604122a4ce8" providerId="ADAL" clId="{9D316533-2199-5347-A03E-B92E3EEBDBEA}" dt="2023-05-10T14:04:54.595" v="13697"/>
          <ac:picMkLst>
            <pc:docMk/>
            <pc:sldMk cId="3050534766" sldId="275"/>
            <ac:picMk id="7" creationId="{80DDFB7E-5645-58E7-5C99-1831E2C7DA9C}"/>
          </ac:picMkLst>
        </pc:picChg>
        <pc:picChg chg="add mod">
          <ac:chgData name="Andrea Lucchesi" userId="55048a12-82ae-47e8-a99b-5604122a4ce8" providerId="ADAL" clId="{9D316533-2199-5347-A03E-B92E3EEBDBEA}" dt="2023-05-10T14:07:17.595" v="13737"/>
          <ac:picMkLst>
            <pc:docMk/>
            <pc:sldMk cId="3050534766" sldId="275"/>
            <ac:picMk id="8" creationId="{4C1C7D51-DEA0-E0D3-C54B-D0A715915811}"/>
          </ac:picMkLst>
        </pc:picChg>
        <pc:picChg chg="del">
          <ac:chgData name="Andrea Lucchesi" userId="55048a12-82ae-47e8-a99b-5604122a4ce8" providerId="ADAL" clId="{9D316533-2199-5347-A03E-B92E3EEBDBEA}" dt="2023-05-09T17:45:04.195" v="9964" actId="478"/>
          <ac:picMkLst>
            <pc:docMk/>
            <pc:sldMk cId="3050534766" sldId="275"/>
            <ac:picMk id="11" creationId="{92356E7D-EC8C-A86A-9943-6DA644ABFC2B}"/>
          </ac:picMkLst>
        </pc:picChg>
      </pc:sldChg>
      <pc:sldChg chg="addSp delSp modSp add mod ord modTransition">
        <pc:chgData name="Andrea Lucchesi" userId="55048a12-82ae-47e8-a99b-5604122a4ce8" providerId="ADAL" clId="{9D316533-2199-5347-A03E-B92E3EEBDBEA}" dt="2023-05-16T20:08:25.060" v="20934" actId="20577"/>
        <pc:sldMkLst>
          <pc:docMk/>
          <pc:sldMk cId="273454761" sldId="276"/>
        </pc:sldMkLst>
        <pc:spChg chg="add mod">
          <ac:chgData name="Andrea Lucchesi" userId="55048a12-82ae-47e8-a99b-5604122a4ce8" providerId="ADAL" clId="{9D316533-2199-5347-A03E-B92E3EEBDBEA}" dt="2023-05-12T13:55:33.066" v="18333" actId="2711"/>
          <ac:spMkLst>
            <pc:docMk/>
            <pc:sldMk cId="273454761" sldId="276"/>
            <ac:spMk id="2" creationId="{8AE69FE0-DD7C-4CCE-B388-385B1BF41F23}"/>
          </ac:spMkLst>
        </pc:spChg>
        <pc:spChg chg="add del mod">
          <ac:chgData name="Andrea Lucchesi" userId="55048a12-82ae-47e8-a99b-5604122a4ce8" providerId="ADAL" clId="{9D316533-2199-5347-A03E-B92E3EEBDBEA}" dt="2023-05-09T17:44:24.916" v="9952" actId="478"/>
          <ac:spMkLst>
            <pc:docMk/>
            <pc:sldMk cId="273454761" sldId="276"/>
            <ac:spMk id="3" creationId="{B6067281-2B6E-FB85-7611-5B8889B62C18}"/>
          </ac:spMkLst>
        </pc:spChg>
        <pc:spChg chg="add del mod">
          <ac:chgData name="Andrea Lucchesi" userId="55048a12-82ae-47e8-a99b-5604122a4ce8" providerId="ADAL" clId="{9D316533-2199-5347-A03E-B92E3EEBDBEA}" dt="2023-05-11T19:10:02.922" v="17255" actId="478"/>
          <ac:spMkLst>
            <pc:docMk/>
            <pc:sldMk cId="273454761" sldId="276"/>
            <ac:spMk id="4" creationId="{DB9A52B7-88EE-CDFB-AF51-100461527D34}"/>
          </ac:spMkLst>
        </pc:spChg>
        <pc:spChg chg="add mod">
          <ac:chgData name="Andrea Lucchesi" userId="55048a12-82ae-47e8-a99b-5604122a4ce8" providerId="ADAL" clId="{9D316533-2199-5347-A03E-B92E3EEBDBEA}" dt="2023-05-16T20:08:25.060" v="20934" actId="20577"/>
          <ac:spMkLst>
            <pc:docMk/>
            <pc:sldMk cId="273454761" sldId="276"/>
            <ac:spMk id="5" creationId="{15F3ACBA-2AB8-5B09-A5DF-8665FC4182CF}"/>
          </ac:spMkLst>
        </pc:spChg>
        <pc:spChg chg="mod">
          <ac:chgData name="Andrea Lucchesi" userId="55048a12-82ae-47e8-a99b-5604122a4ce8" providerId="ADAL" clId="{9D316533-2199-5347-A03E-B92E3EEBDBEA}" dt="2023-05-16T16:04:01.759" v="20655" actId="1076"/>
          <ac:spMkLst>
            <pc:docMk/>
            <pc:sldMk cId="273454761" sldId="276"/>
            <ac:spMk id="7" creationId="{EADBC930-41DF-70B4-D430-4F65A4563D87}"/>
          </ac:spMkLst>
        </pc:spChg>
        <pc:spChg chg="add mod">
          <ac:chgData name="Andrea Lucchesi" userId="55048a12-82ae-47e8-a99b-5604122a4ce8" providerId="ADAL" clId="{9D316533-2199-5347-A03E-B92E3EEBDBEA}" dt="2023-05-16T16:04:00.173" v="20654" actId="14861"/>
          <ac:spMkLst>
            <pc:docMk/>
            <pc:sldMk cId="273454761" sldId="276"/>
            <ac:spMk id="10" creationId="{4ABEE4F8-66C3-D8ED-F8C1-C4488D86A0BF}"/>
          </ac:spMkLst>
        </pc:spChg>
        <pc:graphicFrameChg chg="del modGraphic">
          <ac:chgData name="Andrea Lucchesi" userId="55048a12-82ae-47e8-a99b-5604122a4ce8" providerId="ADAL" clId="{9D316533-2199-5347-A03E-B92E3EEBDBEA}" dt="2023-05-09T11:32:34.815" v="8657" actId="478"/>
          <ac:graphicFrameMkLst>
            <pc:docMk/>
            <pc:sldMk cId="273454761" sldId="276"/>
            <ac:graphicFrameMk id="2" creationId="{14A9C8C5-1DB0-AEB2-5FD8-1C2FC86F59F3}"/>
          </ac:graphicFrameMkLst>
        </pc:graphicFrameChg>
        <pc:graphicFrameChg chg="del">
          <ac:chgData name="Andrea Lucchesi" userId="55048a12-82ae-47e8-a99b-5604122a4ce8" providerId="ADAL" clId="{9D316533-2199-5347-A03E-B92E3EEBDBEA}" dt="2023-05-09T11:31:47.648" v="8629" actId="478"/>
          <ac:graphicFrameMkLst>
            <pc:docMk/>
            <pc:sldMk cId="273454761" sldId="276"/>
            <ac:graphicFrameMk id="3" creationId="{F442A83D-ED97-4F25-1C9F-58048E1B2F4A}"/>
          </ac:graphicFrameMkLst>
        </pc:graphicFrameChg>
        <pc:graphicFrameChg chg="del">
          <ac:chgData name="Andrea Lucchesi" userId="55048a12-82ae-47e8-a99b-5604122a4ce8" providerId="ADAL" clId="{9D316533-2199-5347-A03E-B92E3EEBDBEA}" dt="2023-05-09T11:33:13.340" v="8664" actId="478"/>
          <ac:graphicFrameMkLst>
            <pc:docMk/>
            <pc:sldMk cId="273454761" sldId="276"/>
            <ac:graphicFrameMk id="5" creationId="{E5E7632D-7D90-D1C1-A032-2B34532C9325}"/>
          </ac:graphicFrameMkLst>
        </pc:graphicFrameChg>
        <pc:graphicFrameChg chg="add mod modGraphic">
          <ac:chgData name="Andrea Lucchesi" userId="55048a12-82ae-47e8-a99b-5604122a4ce8" providerId="ADAL" clId="{9D316533-2199-5347-A03E-B92E3EEBDBEA}" dt="2023-05-16T16:22:43.746" v="20785"/>
          <ac:graphicFrameMkLst>
            <pc:docMk/>
            <pc:sldMk cId="273454761" sldId="276"/>
            <ac:graphicFrameMk id="6" creationId="{03B5FB30-9B37-33BE-0172-8063D5B39C3D}"/>
          </ac:graphicFrameMkLst>
        </pc:graphicFrameChg>
        <pc:graphicFrameChg chg="add mod modGraphic">
          <ac:chgData name="Andrea Lucchesi" userId="55048a12-82ae-47e8-a99b-5604122a4ce8" providerId="ADAL" clId="{9D316533-2199-5347-A03E-B92E3EEBDBEA}" dt="2023-05-16T16:09:13.063" v="20700"/>
          <ac:graphicFrameMkLst>
            <pc:docMk/>
            <pc:sldMk cId="273454761" sldId="276"/>
            <ac:graphicFrameMk id="8" creationId="{8CDC3056-2EB5-C56B-F316-98F8E1A4FDCA}"/>
          </ac:graphicFrameMkLst>
        </pc:graphicFrameChg>
        <pc:graphicFrameChg chg="add mod modGraphic">
          <ac:chgData name="Andrea Lucchesi" userId="55048a12-82ae-47e8-a99b-5604122a4ce8" providerId="ADAL" clId="{9D316533-2199-5347-A03E-B92E3EEBDBEA}" dt="2023-05-16T16:09:29.933" v="20704"/>
          <ac:graphicFrameMkLst>
            <pc:docMk/>
            <pc:sldMk cId="273454761" sldId="276"/>
            <ac:graphicFrameMk id="9" creationId="{21903D24-8FAF-DCD0-4140-49BE05C3E45D}"/>
          </ac:graphicFrameMkLst>
        </pc:graphicFrameChg>
        <pc:picChg chg="add del mod">
          <ac:chgData name="Andrea Lucchesi" userId="55048a12-82ae-47e8-a99b-5604122a4ce8" providerId="ADAL" clId="{9D316533-2199-5347-A03E-B92E3EEBDBEA}" dt="2023-05-11T16:06:40.347" v="15937" actId="478"/>
          <ac:picMkLst>
            <pc:docMk/>
            <pc:sldMk cId="273454761" sldId="276"/>
            <ac:picMk id="2" creationId="{13F7CFFF-1FAD-470D-E5F6-018C297E1DB1}"/>
          </ac:picMkLst>
        </pc:picChg>
        <pc:picChg chg="add del mod">
          <ac:chgData name="Andrea Lucchesi" userId="55048a12-82ae-47e8-a99b-5604122a4ce8" providerId="ADAL" clId="{9D316533-2199-5347-A03E-B92E3EEBDBEA}" dt="2023-05-10T14:06:44.289" v="13720" actId="478"/>
          <ac:picMkLst>
            <pc:docMk/>
            <pc:sldMk cId="273454761" sldId="276"/>
            <ac:picMk id="2" creationId="{A3C3006E-E046-29B9-1DCA-0FBCE402CFB9}"/>
          </ac:picMkLst>
        </pc:picChg>
        <pc:picChg chg="add mod">
          <ac:chgData name="Andrea Lucchesi" userId="55048a12-82ae-47e8-a99b-5604122a4ce8" providerId="ADAL" clId="{9D316533-2199-5347-A03E-B92E3EEBDBEA}" dt="2023-05-11T16:06:46.161" v="15939" actId="167"/>
          <ac:picMkLst>
            <pc:docMk/>
            <pc:sldMk cId="273454761" sldId="276"/>
            <ac:picMk id="3" creationId="{840FC113-C483-B8DB-D617-21F3DF01B1F0}"/>
          </ac:picMkLst>
        </pc:picChg>
        <pc:picChg chg="add del mod">
          <ac:chgData name="Andrea Lucchesi" userId="55048a12-82ae-47e8-a99b-5604122a4ce8" providerId="ADAL" clId="{9D316533-2199-5347-A03E-B92E3EEBDBEA}" dt="2023-05-10T13:56:46.740" v="13587" actId="478"/>
          <ac:picMkLst>
            <pc:docMk/>
            <pc:sldMk cId="273454761" sldId="276"/>
            <ac:picMk id="3" creationId="{87B1E139-1636-FF22-0E96-831CA51C074C}"/>
          </ac:picMkLst>
        </pc:picChg>
        <pc:picChg chg="del mod">
          <ac:chgData name="Andrea Lucchesi" userId="55048a12-82ae-47e8-a99b-5604122a4ce8" providerId="ADAL" clId="{9D316533-2199-5347-A03E-B92E3EEBDBEA}" dt="2023-05-10T14:04:15.199" v="13679" actId="478"/>
          <ac:picMkLst>
            <pc:docMk/>
            <pc:sldMk cId="273454761" sldId="276"/>
            <ac:picMk id="4" creationId="{49800CB8-5653-D544-9B18-DE09FAAEAF50}"/>
          </ac:picMkLst>
        </pc:picChg>
        <pc:picChg chg="add del mod">
          <ac:chgData name="Andrea Lucchesi" userId="55048a12-82ae-47e8-a99b-5604122a4ce8" providerId="ADAL" clId="{9D316533-2199-5347-A03E-B92E3EEBDBEA}" dt="2023-05-10T11:33:53.446" v="12500" actId="478"/>
          <ac:picMkLst>
            <pc:docMk/>
            <pc:sldMk cId="273454761" sldId="276"/>
            <ac:picMk id="5" creationId="{3B210DB2-59AC-43B7-FF73-8D6342828C32}"/>
          </ac:picMkLst>
        </pc:picChg>
        <pc:picChg chg="add del mod">
          <ac:chgData name="Andrea Lucchesi" userId="55048a12-82ae-47e8-a99b-5604122a4ce8" providerId="ADAL" clId="{9D316533-2199-5347-A03E-B92E3EEBDBEA}" dt="2023-05-10T16:51:10.677" v="13828" actId="478"/>
          <ac:picMkLst>
            <pc:docMk/>
            <pc:sldMk cId="273454761" sldId="276"/>
            <ac:picMk id="10" creationId="{79B95282-D898-4793-95D5-3246552E568D}"/>
          </ac:picMkLst>
        </pc:picChg>
        <pc:picChg chg="add mod">
          <ac:chgData name="Andrea Lucchesi" userId="55048a12-82ae-47e8-a99b-5604122a4ce8" providerId="ADAL" clId="{9D316533-2199-5347-A03E-B92E3EEBDBEA}" dt="2023-05-10T14:04:15.834" v="13680"/>
          <ac:picMkLst>
            <pc:docMk/>
            <pc:sldMk cId="273454761" sldId="276"/>
            <ac:picMk id="11" creationId="{40275105-42D3-D961-D3FB-6FE68A1D51E8}"/>
          </ac:picMkLst>
        </pc:picChg>
        <pc:picChg chg="del">
          <ac:chgData name="Andrea Lucchesi" userId="55048a12-82ae-47e8-a99b-5604122a4ce8" providerId="ADAL" clId="{9D316533-2199-5347-A03E-B92E3EEBDBEA}" dt="2023-05-09T17:44:26.076" v="9953" actId="478"/>
          <ac:picMkLst>
            <pc:docMk/>
            <pc:sldMk cId="273454761" sldId="276"/>
            <ac:picMk id="11" creationId="{92356E7D-EC8C-A86A-9943-6DA644ABFC2B}"/>
          </ac:picMkLst>
        </pc:picChg>
        <pc:picChg chg="add mod">
          <ac:chgData name="Andrea Lucchesi" userId="55048a12-82ae-47e8-a99b-5604122a4ce8" providerId="ADAL" clId="{9D316533-2199-5347-A03E-B92E3EEBDBEA}" dt="2023-05-10T14:06:45.076" v="13721"/>
          <ac:picMkLst>
            <pc:docMk/>
            <pc:sldMk cId="273454761" sldId="276"/>
            <ac:picMk id="12" creationId="{9D265C48-6E3F-E6D3-940D-B15D8819B44D}"/>
          </ac:picMkLst>
        </pc:picChg>
      </pc:sldChg>
      <pc:sldChg chg="addSp delSp modSp add mod modTransition setBg">
        <pc:chgData name="Andrea Lucchesi" userId="55048a12-82ae-47e8-a99b-5604122a4ce8" providerId="ADAL" clId="{9D316533-2199-5347-A03E-B92E3EEBDBEA}" dt="2023-05-16T20:08:46.624" v="20941" actId="20577"/>
        <pc:sldMkLst>
          <pc:docMk/>
          <pc:sldMk cId="3862855058" sldId="277"/>
        </pc:sldMkLst>
        <pc:spChg chg="add mod">
          <ac:chgData name="Andrea Lucchesi" userId="55048a12-82ae-47e8-a99b-5604122a4ce8" providerId="ADAL" clId="{9D316533-2199-5347-A03E-B92E3EEBDBEA}" dt="2023-05-16T20:08:46.624" v="20941" actId="20577"/>
          <ac:spMkLst>
            <pc:docMk/>
            <pc:sldMk cId="3862855058" sldId="277"/>
            <ac:spMk id="5" creationId="{6AF24F6E-BC93-512C-C96C-2C9F6F14F68E}"/>
          </ac:spMkLst>
        </pc:spChg>
        <pc:spChg chg="del">
          <ac:chgData name="Andrea Lucchesi" userId="55048a12-82ae-47e8-a99b-5604122a4ce8" providerId="ADAL" clId="{9D316533-2199-5347-A03E-B92E3EEBDBEA}" dt="2023-05-09T15:22:26.155" v="9311" actId="478"/>
          <ac:spMkLst>
            <pc:docMk/>
            <pc:sldMk cId="3862855058" sldId="277"/>
            <ac:spMk id="5" creationId="{AA8A15AE-AB28-23E9-A6B2-98662DB2F4CB}"/>
          </ac:spMkLst>
        </pc:spChg>
        <pc:spChg chg="add del mod">
          <ac:chgData name="Andrea Lucchesi" userId="55048a12-82ae-47e8-a99b-5604122a4ce8" providerId="ADAL" clId="{9D316533-2199-5347-A03E-B92E3EEBDBEA}" dt="2023-05-10T13:00:16.756" v="12716" actId="478"/>
          <ac:spMkLst>
            <pc:docMk/>
            <pc:sldMk cId="3862855058" sldId="277"/>
            <ac:spMk id="6" creationId="{14FAE4D3-4EA8-F0E0-CCE2-DF55D8377FBE}"/>
          </ac:spMkLst>
        </pc:spChg>
        <pc:spChg chg="del">
          <ac:chgData name="Andrea Lucchesi" userId="55048a12-82ae-47e8-a99b-5604122a4ce8" providerId="ADAL" clId="{9D316533-2199-5347-A03E-B92E3EEBDBEA}" dt="2023-05-09T15:22:29.476" v="9312" actId="478"/>
          <ac:spMkLst>
            <pc:docMk/>
            <pc:sldMk cId="3862855058" sldId="277"/>
            <ac:spMk id="6" creationId="{2AF15651-65B8-CED6-8BB5-B35ED791DB4D}"/>
          </ac:spMkLst>
        </pc:spChg>
        <pc:spChg chg="del mod">
          <ac:chgData name="Andrea Lucchesi" userId="55048a12-82ae-47e8-a99b-5604122a4ce8" providerId="ADAL" clId="{9D316533-2199-5347-A03E-B92E3EEBDBEA}" dt="2023-05-10T12:59:42.607" v="12601" actId="478"/>
          <ac:spMkLst>
            <pc:docMk/>
            <pc:sldMk cId="3862855058" sldId="277"/>
            <ac:spMk id="7" creationId="{EADBC930-41DF-70B4-D430-4F65A4563D87}"/>
          </ac:spMkLst>
        </pc:spChg>
        <pc:spChg chg="del mod">
          <ac:chgData name="Andrea Lucchesi" userId="55048a12-82ae-47e8-a99b-5604122a4ce8" providerId="ADAL" clId="{9D316533-2199-5347-A03E-B92E3EEBDBEA}" dt="2023-05-09T17:54:03.026" v="10155" actId="478"/>
          <ac:spMkLst>
            <pc:docMk/>
            <pc:sldMk cId="3862855058" sldId="277"/>
            <ac:spMk id="8" creationId="{D1480AA5-F279-A75C-759C-5BC02ECA7342}"/>
          </ac:spMkLst>
        </pc:spChg>
        <pc:spChg chg="add del mod">
          <ac:chgData name="Andrea Lucchesi" userId="55048a12-82ae-47e8-a99b-5604122a4ce8" providerId="ADAL" clId="{9D316533-2199-5347-A03E-B92E3EEBDBEA}" dt="2023-05-10T13:25:30.326" v="12900" actId="478"/>
          <ac:spMkLst>
            <pc:docMk/>
            <pc:sldMk cId="3862855058" sldId="277"/>
            <ac:spMk id="10" creationId="{94907C39-11CF-1AF6-0E1E-BB3C598CF73B}"/>
          </ac:spMkLst>
        </pc:spChg>
        <pc:spChg chg="add del mod">
          <ac:chgData name="Andrea Lucchesi" userId="55048a12-82ae-47e8-a99b-5604122a4ce8" providerId="ADAL" clId="{9D316533-2199-5347-A03E-B92E3EEBDBEA}" dt="2023-05-10T13:25:37.402" v="12904" actId="478"/>
          <ac:spMkLst>
            <pc:docMk/>
            <pc:sldMk cId="3862855058" sldId="277"/>
            <ac:spMk id="12" creationId="{D843A90E-D843-846B-7A53-B0AA462EBACA}"/>
          </ac:spMkLst>
        </pc:spChg>
        <pc:spChg chg="add mod">
          <ac:chgData name="Andrea Lucchesi" userId="55048a12-82ae-47e8-a99b-5604122a4ce8" providerId="ADAL" clId="{9D316533-2199-5347-A03E-B92E3EEBDBEA}" dt="2023-05-14T11:04:49.046" v="19338" actId="2711"/>
          <ac:spMkLst>
            <pc:docMk/>
            <pc:sldMk cId="3862855058" sldId="277"/>
            <ac:spMk id="13" creationId="{2C379640-CDEF-0F64-FF76-95500D3E0467}"/>
          </ac:spMkLst>
        </pc:spChg>
        <pc:spChg chg="add del">
          <ac:chgData name="Andrea Lucchesi" userId="55048a12-82ae-47e8-a99b-5604122a4ce8" providerId="ADAL" clId="{9D316533-2199-5347-A03E-B92E3EEBDBEA}" dt="2023-05-09T17:53:59.587" v="10154" actId="26606"/>
          <ac:spMkLst>
            <pc:docMk/>
            <pc:sldMk cId="3862855058" sldId="277"/>
            <ac:spMk id="14" creationId="{26FF42C2-EA15-4154-B242-E98E88CED99C}"/>
          </ac:spMkLst>
        </pc:spChg>
        <pc:spChg chg="add del">
          <ac:chgData name="Andrea Lucchesi" userId="55048a12-82ae-47e8-a99b-5604122a4ce8" providerId="ADAL" clId="{9D316533-2199-5347-A03E-B92E3EEBDBEA}" dt="2023-05-09T17:53:59.587" v="10154" actId="26606"/>
          <ac:spMkLst>
            <pc:docMk/>
            <pc:sldMk cId="3862855058" sldId="277"/>
            <ac:spMk id="16" creationId="{D79DE9F7-28C4-4856-BA57-D696E124C137}"/>
          </ac:spMkLst>
        </pc:spChg>
        <pc:spChg chg="add del">
          <ac:chgData name="Andrea Lucchesi" userId="55048a12-82ae-47e8-a99b-5604122a4ce8" providerId="ADAL" clId="{9D316533-2199-5347-A03E-B92E3EEBDBEA}" dt="2023-05-09T17:53:59.587" v="10154" actId="26606"/>
          <ac:spMkLst>
            <pc:docMk/>
            <pc:sldMk cId="3862855058" sldId="277"/>
            <ac:spMk id="18" creationId="{E1F9ED9C-121B-44C6-A308-5824769C40D5}"/>
          </ac:spMkLst>
        </pc:spChg>
        <pc:spChg chg="add del">
          <ac:chgData name="Andrea Lucchesi" userId="55048a12-82ae-47e8-a99b-5604122a4ce8" providerId="ADAL" clId="{9D316533-2199-5347-A03E-B92E3EEBDBEA}" dt="2023-05-09T17:53:59.587" v="10154" actId="26606"/>
          <ac:spMkLst>
            <pc:docMk/>
            <pc:sldMk cId="3862855058" sldId="277"/>
            <ac:spMk id="20" creationId="{4A5F8185-F27B-4E99-A06C-007336FE3F2D}"/>
          </ac:spMkLst>
        </pc:spChg>
        <pc:graphicFrameChg chg="del">
          <ac:chgData name="Andrea Lucchesi" userId="55048a12-82ae-47e8-a99b-5604122a4ce8" providerId="ADAL" clId="{9D316533-2199-5347-A03E-B92E3EEBDBEA}" dt="2023-05-09T15:22:23.158" v="9310" actId="478"/>
          <ac:graphicFrameMkLst>
            <pc:docMk/>
            <pc:sldMk cId="3862855058" sldId="277"/>
            <ac:graphicFrameMk id="2" creationId="{C1F4476E-5E76-0D1D-B44A-22CD9101525B}"/>
          </ac:graphicFrameMkLst>
        </pc:graphicFrameChg>
        <pc:graphicFrameChg chg="add mod ord modGraphic">
          <ac:chgData name="Andrea Lucchesi" userId="55048a12-82ae-47e8-a99b-5604122a4ce8" providerId="ADAL" clId="{9D316533-2199-5347-A03E-B92E3EEBDBEA}" dt="2023-05-16T16:17:12.637" v="20773"/>
          <ac:graphicFrameMkLst>
            <pc:docMk/>
            <pc:sldMk cId="3862855058" sldId="277"/>
            <ac:graphicFrameMk id="9" creationId="{F1B82C67-6442-0CAF-8912-D8E191FC6F7A}"/>
          </ac:graphicFrameMkLst>
        </pc:graphicFrameChg>
        <pc:picChg chg="add del mod">
          <ac:chgData name="Andrea Lucchesi" userId="55048a12-82ae-47e8-a99b-5604122a4ce8" providerId="ADAL" clId="{9D316533-2199-5347-A03E-B92E3EEBDBEA}" dt="2023-05-10T16:50:45.560" v="13824" actId="478"/>
          <ac:picMkLst>
            <pc:docMk/>
            <pc:sldMk cId="3862855058" sldId="277"/>
            <ac:picMk id="2" creationId="{A4573842-9AC6-8F23-A1A2-302B54B4F33F}"/>
          </ac:picMkLst>
        </pc:picChg>
        <pc:picChg chg="add mod">
          <ac:chgData name="Andrea Lucchesi" userId="55048a12-82ae-47e8-a99b-5604122a4ce8" providerId="ADAL" clId="{9D316533-2199-5347-A03E-B92E3EEBDBEA}" dt="2023-05-10T16:52:05.178" v="13839" actId="167"/>
          <ac:picMkLst>
            <pc:docMk/>
            <pc:sldMk cId="3862855058" sldId="277"/>
            <ac:picMk id="3" creationId="{2BF20A9F-B179-3934-9DD8-49B7D77388BA}"/>
          </ac:picMkLst>
        </pc:picChg>
        <pc:picChg chg="del mod ord">
          <ac:chgData name="Andrea Lucchesi" userId="55048a12-82ae-47e8-a99b-5604122a4ce8" providerId="ADAL" clId="{9D316533-2199-5347-A03E-B92E3EEBDBEA}" dt="2023-05-10T14:05:38.854" v="13711" actId="478"/>
          <ac:picMkLst>
            <pc:docMk/>
            <pc:sldMk cId="3862855058" sldId="277"/>
            <ac:picMk id="3" creationId="{9417850F-D79C-1EBB-9536-815D4CDA29C8}"/>
          </ac:picMkLst>
        </pc:picChg>
        <pc:picChg chg="del mod ord">
          <ac:chgData name="Andrea Lucchesi" userId="55048a12-82ae-47e8-a99b-5604122a4ce8" providerId="ADAL" clId="{9D316533-2199-5347-A03E-B92E3EEBDBEA}" dt="2023-05-10T14:03:59.897" v="13673" actId="478"/>
          <ac:picMkLst>
            <pc:docMk/>
            <pc:sldMk cId="3862855058" sldId="277"/>
            <ac:picMk id="4" creationId="{49800CB8-5653-D544-9B18-DE09FAAEAF50}"/>
          </ac:picMkLst>
        </pc:picChg>
        <pc:picChg chg="add mod">
          <ac:chgData name="Andrea Lucchesi" userId="55048a12-82ae-47e8-a99b-5604122a4ce8" providerId="ADAL" clId="{9D316533-2199-5347-A03E-B92E3EEBDBEA}" dt="2023-05-10T14:04:00.698" v="13674"/>
          <ac:picMkLst>
            <pc:docMk/>
            <pc:sldMk cId="3862855058" sldId="277"/>
            <ac:picMk id="6" creationId="{52B85C09-95D4-BE5B-278D-A35A7B9559E6}"/>
          </ac:picMkLst>
        </pc:picChg>
        <pc:picChg chg="add mod">
          <ac:chgData name="Andrea Lucchesi" userId="55048a12-82ae-47e8-a99b-5604122a4ce8" providerId="ADAL" clId="{9D316533-2199-5347-A03E-B92E3EEBDBEA}" dt="2023-05-10T14:05:39.375" v="13712"/>
          <ac:picMkLst>
            <pc:docMk/>
            <pc:sldMk cId="3862855058" sldId="277"/>
            <ac:picMk id="7" creationId="{F95120DE-BAE8-F648-73E0-5EA03D388F27}"/>
          </ac:picMkLst>
        </pc:picChg>
        <pc:picChg chg="del mod">
          <ac:chgData name="Andrea Lucchesi" userId="55048a12-82ae-47e8-a99b-5604122a4ce8" providerId="ADAL" clId="{9D316533-2199-5347-A03E-B92E3EEBDBEA}" dt="2023-05-09T17:43:31.923" v="9940" actId="478"/>
          <ac:picMkLst>
            <pc:docMk/>
            <pc:sldMk cId="3862855058" sldId="277"/>
            <ac:picMk id="11" creationId="{92356E7D-EC8C-A86A-9943-6DA644ABFC2B}"/>
          </ac:picMkLst>
        </pc:picChg>
      </pc:sldChg>
      <pc:sldChg chg="addSp delSp add del setBg delDesignElem">
        <pc:chgData name="Andrea Lucchesi" userId="55048a12-82ae-47e8-a99b-5604122a4ce8" providerId="ADAL" clId="{9D316533-2199-5347-A03E-B92E3EEBDBEA}" dt="2023-05-09T17:26:33.079" v="9550"/>
        <pc:sldMkLst>
          <pc:docMk/>
          <pc:sldMk cId="4045954750" sldId="278"/>
        </pc:sldMkLst>
        <pc:spChg chg="add del">
          <ac:chgData name="Andrea Lucchesi" userId="55048a12-82ae-47e8-a99b-5604122a4ce8" providerId="ADAL" clId="{9D316533-2199-5347-A03E-B92E3EEBDBEA}" dt="2023-05-09T17:26:33.079" v="9550"/>
          <ac:spMkLst>
            <pc:docMk/>
            <pc:sldMk cId="4045954750" sldId="278"/>
            <ac:spMk id="26" creationId="{D2B783EE-0239-4717-BBEA-8C9EAC61C824}"/>
          </ac:spMkLst>
        </pc:spChg>
        <pc:spChg chg="add del">
          <ac:chgData name="Andrea Lucchesi" userId="55048a12-82ae-47e8-a99b-5604122a4ce8" providerId="ADAL" clId="{9D316533-2199-5347-A03E-B92E3EEBDBEA}" dt="2023-05-09T17:26:33.079" v="9550"/>
          <ac:spMkLst>
            <pc:docMk/>
            <pc:sldMk cId="4045954750" sldId="278"/>
            <ac:spMk id="27" creationId="{A7B99495-F43F-4D80-A44F-2CB4764EB90B}"/>
          </ac:spMkLst>
        </pc:spChg>
        <pc:spChg chg="add del">
          <ac:chgData name="Andrea Lucchesi" userId="55048a12-82ae-47e8-a99b-5604122a4ce8" providerId="ADAL" clId="{9D316533-2199-5347-A03E-B92E3EEBDBEA}" dt="2023-05-09T17:26:33.079" v="9550"/>
          <ac:spMkLst>
            <pc:docMk/>
            <pc:sldMk cId="4045954750" sldId="278"/>
            <ac:spMk id="28" creationId="{70BEB1E7-2F88-40BC-B73D-42E5B6F80BFC}"/>
          </ac:spMkLst>
        </pc:spChg>
      </pc:sldChg>
      <pc:sldChg chg="addSp delSp modSp add del mod ord setBg">
        <pc:chgData name="Andrea Lucchesi" userId="55048a12-82ae-47e8-a99b-5604122a4ce8" providerId="ADAL" clId="{9D316533-2199-5347-A03E-B92E3EEBDBEA}" dt="2023-05-10T11:27:44.681" v="12423" actId="2696"/>
        <pc:sldMkLst>
          <pc:docMk/>
          <pc:sldMk cId="4285463656" sldId="278"/>
        </pc:sldMkLst>
        <pc:spChg chg="del">
          <ac:chgData name="Andrea Lucchesi" userId="55048a12-82ae-47e8-a99b-5604122a4ce8" providerId="ADAL" clId="{9D316533-2199-5347-A03E-B92E3EEBDBEA}" dt="2023-05-09T17:45:58.213" v="9980" actId="478"/>
          <ac:spMkLst>
            <pc:docMk/>
            <pc:sldMk cId="4285463656" sldId="278"/>
            <ac:spMk id="2" creationId="{E816B43C-A898-57AF-A204-74E69F7D18C3}"/>
          </ac:spMkLst>
        </pc:spChg>
        <pc:spChg chg="del">
          <ac:chgData name="Andrea Lucchesi" userId="55048a12-82ae-47e8-a99b-5604122a4ce8" providerId="ADAL" clId="{9D316533-2199-5347-A03E-B92E3EEBDBEA}" dt="2023-05-09T17:45:38.096" v="9971" actId="478"/>
          <ac:spMkLst>
            <pc:docMk/>
            <pc:sldMk cId="4285463656" sldId="278"/>
            <ac:spMk id="5" creationId="{AA8A15AE-AB28-23E9-A6B2-98662DB2F4CB}"/>
          </ac:spMkLst>
        </pc:spChg>
        <pc:spChg chg="del">
          <ac:chgData name="Andrea Lucchesi" userId="55048a12-82ae-47e8-a99b-5604122a4ce8" providerId="ADAL" clId="{9D316533-2199-5347-A03E-B92E3EEBDBEA}" dt="2023-05-09T17:45:50.072" v="9974" actId="478"/>
          <ac:spMkLst>
            <pc:docMk/>
            <pc:sldMk cId="4285463656" sldId="278"/>
            <ac:spMk id="6" creationId="{9BA145DA-98A3-F098-5B43-406446396537}"/>
          </ac:spMkLst>
        </pc:spChg>
        <pc:spChg chg="mod ord">
          <ac:chgData name="Andrea Lucchesi" userId="55048a12-82ae-47e8-a99b-5604122a4ce8" providerId="ADAL" clId="{9D316533-2199-5347-A03E-B92E3EEBDBEA}" dt="2023-05-10T10:17:48.596" v="11939" actId="26606"/>
          <ac:spMkLst>
            <pc:docMk/>
            <pc:sldMk cId="4285463656" sldId="278"/>
            <ac:spMk id="7" creationId="{EADBC930-41DF-70B4-D430-4F65A4563D87}"/>
          </ac:spMkLst>
        </pc:spChg>
        <pc:spChg chg="del">
          <ac:chgData name="Andrea Lucchesi" userId="55048a12-82ae-47e8-a99b-5604122a4ce8" providerId="ADAL" clId="{9D316533-2199-5347-A03E-B92E3EEBDBEA}" dt="2023-05-09T17:45:42.031" v="9972" actId="478"/>
          <ac:spMkLst>
            <pc:docMk/>
            <pc:sldMk cId="4285463656" sldId="278"/>
            <ac:spMk id="9" creationId="{B9152701-3433-0FBE-75CF-695D480A6211}"/>
          </ac:spMkLst>
        </pc:spChg>
        <pc:spChg chg="del">
          <ac:chgData name="Andrea Lucchesi" userId="55048a12-82ae-47e8-a99b-5604122a4ce8" providerId="ADAL" clId="{9D316533-2199-5347-A03E-B92E3EEBDBEA}" dt="2023-05-09T17:45:59.135" v="9981" actId="478"/>
          <ac:spMkLst>
            <pc:docMk/>
            <pc:sldMk cId="4285463656" sldId="278"/>
            <ac:spMk id="10" creationId="{4AE9AB9C-5EEE-F05E-6E79-1C1C168B6970}"/>
          </ac:spMkLst>
        </pc:spChg>
        <pc:spChg chg="add del">
          <ac:chgData name="Andrea Lucchesi" userId="55048a12-82ae-47e8-a99b-5604122a4ce8" providerId="ADAL" clId="{9D316533-2199-5347-A03E-B92E3EEBDBEA}" dt="2023-05-10T09:27:58.010" v="11897" actId="26606"/>
          <ac:spMkLst>
            <pc:docMk/>
            <pc:sldMk cId="4285463656" sldId="278"/>
            <ac:spMk id="13" creationId="{327D73B4-9F5C-4A64-A179-51B9500CB8B5}"/>
          </ac:spMkLst>
        </pc:spChg>
        <pc:spChg chg="add del">
          <ac:chgData name="Andrea Lucchesi" userId="55048a12-82ae-47e8-a99b-5604122a4ce8" providerId="ADAL" clId="{9D316533-2199-5347-A03E-B92E3EEBDBEA}" dt="2023-05-10T09:25:09.250" v="11877" actId="26606"/>
          <ac:spMkLst>
            <pc:docMk/>
            <pc:sldMk cId="4285463656" sldId="278"/>
            <ac:spMk id="14" creationId="{61293230-B0F6-45B1-96D1-13D18E242995}"/>
          </ac:spMkLst>
        </pc:spChg>
        <pc:spChg chg="del">
          <ac:chgData name="Andrea Lucchesi" userId="55048a12-82ae-47e8-a99b-5604122a4ce8" providerId="ADAL" clId="{9D316533-2199-5347-A03E-B92E3EEBDBEA}" dt="2023-05-09T17:45:42.031" v="9972" actId="478"/>
          <ac:spMkLst>
            <pc:docMk/>
            <pc:sldMk cId="4285463656" sldId="278"/>
            <ac:spMk id="15" creationId="{361A5DA6-E731-BCA1-5C4A-52C196C6B210}"/>
          </ac:spMkLst>
        </pc:spChg>
        <pc:spChg chg="del mod">
          <ac:chgData name="Andrea Lucchesi" userId="55048a12-82ae-47e8-a99b-5604122a4ce8" providerId="ADAL" clId="{9D316533-2199-5347-A03E-B92E3EEBDBEA}" dt="2023-05-09T17:45:52.718" v="9976" actId="478"/>
          <ac:spMkLst>
            <pc:docMk/>
            <pc:sldMk cId="4285463656" sldId="278"/>
            <ac:spMk id="16" creationId="{FAE0C462-842A-109D-0C9A-B3BA0CE8D2E2}"/>
          </ac:spMkLst>
        </pc:spChg>
        <pc:spChg chg="add del">
          <ac:chgData name="Andrea Lucchesi" userId="55048a12-82ae-47e8-a99b-5604122a4ce8" providerId="ADAL" clId="{9D316533-2199-5347-A03E-B92E3EEBDBEA}" dt="2023-05-09T17:52:14.663" v="10143" actId="26606"/>
          <ac:spMkLst>
            <pc:docMk/>
            <pc:sldMk cId="4285463656" sldId="278"/>
            <ac:spMk id="17" creationId="{D2B783EE-0239-4717-BBEA-8C9EAC61C824}"/>
          </ac:spMkLst>
        </pc:spChg>
        <pc:spChg chg="add del">
          <ac:chgData name="Andrea Lucchesi" userId="55048a12-82ae-47e8-a99b-5604122a4ce8" providerId="ADAL" clId="{9D316533-2199-5347-A03E-B92E3EEBDBEA}" dt="2023-05-10T09:25:09.250" v="11877" actId="26606"/>
          <ac:spMkLst>
            <pc:docMk/>
            <pc:sldMk cId="4285463656" sldId="278"/>
            <ac:spMk id="18" creationId="{DB74BAD7-F0FC-4719-A31F-1ABDB62116DA}"/>
          </ac:spMkLst>
        </pc:spChg>
        <pc:spChg chg="add del">
          <ac:chgData name="Andrea Lucchesi" userId="55048a12-82ae-47e8-a99b-5604122a4ce8" providerId="ADAL" clId="{9D316533-2199-5347-A03E-B92E3EEBDBEA}" dt="2023-05-09T17:52:14.663" v="10143" actId="26606"/>
          <ac:spMkLst>
            <pc:docMk/>
            <pc:sldMk cId="4285463656" sldId="278"/>
            <ac:spMk id="19" creationId="{A7B99495-F43F-4D80-A44F-2CB4764EB90B}"/>
          </ac:spMkLst>
        </pc:spChg>
        <pc:spChg chg="add del">
          <ac:chgData name="Andrea Lucchesi" userId="55048a12-82ae-47e8-a99b-5604122a4ce8" providerId="ADAL" clId="{9D316533-2199-5347-A03E-B92E3EEBDBEA}" dt="2023-05-09T17:52:14.663" v="10143" actId="26606"/>
          <ac:spMkLst>
            <pc:docMk/>
            <pc:sldMk cId="4285463656" sldId="278"/>
            <ac:spMk id="21" creationId="{70BEB1E7-2F88-40BC-B73D-42E5B6F80BFC}"/>
          </ac:spMkLst>
        </pc:spChg>
        <pc:spChg chg="add del">
          <ac:chgData name="Andrea Lucchesi" userId="55048a12-82ae-47e8-a99b-5604122a4ce8" providerId="ADAL" clId="{9D316533-2199-5347-A03E-B92E3EEBDBEA}" dt="2023-05-10T09:30:52.982" v="11936" actId="26606"/>
          <ac:spMkLst>
            <pc:docMk/>
            <pc:sldMk cId="4285463656" sldId="278"/>
            <ac:spMk id="22" creationId="{67EF550F-47CE-4FB2-9DAC-12AD835C833D}"/>
          </ac:spMkLst>
        </pc:spChg>
        <pc:spChg chg="add del">
          <ac:chgData name="Andrea Lucchesi" userId="55048a12-82ae-47e8-a99b-5604122a4ce8" providerId="ADAL" clId="{9D316533-2199-5347-A03E-B92E3EEBDBEA}" dt="2023-05-10T09:27:58.010" v="11897" actId="26606"/>
          <ac:spMkLst>
            <pc:docMk/>
            <pc:sldMk cId="4285463656" sldId="278"/>
            <ac:spMk id="23" creationId="{85D33C90-E0E9-4BCC-847B-53431DF7C73A}"/>
          </ac:spMkLst>
        </pc:spChg>
        <pc:spChg chg="add del">
          <ac:chgData name="Andrea Lucchesi" userId="55048a12-82ae-47e8-a99b-5604122a4ce8" providerId="ADAL" clId="{9D316533-2199-5347-A03E-B92E3EEBDBEA}" dt="2023-05-10T09:27:58.010" v="11897" actId="26606"/>
          <ac:spMkLst>
            <pc:docMk/>
            <pc:sldMk cId="4285463656" sldId="278"/>
            <ac:spMk id="24" creationId="{1453BF6C-B012-48B7-B4E8-6D7AC7C27D02}"/>
          </ac:spMkLst>
        </pc:spChg>
        <pc:spChg chg="add del">
          <ac:chgData name="Andrea Lucchesi" userId="55048a12-82ae-47e8-a99b-5604122a4ce8" providerId="ADAL" clId="{9D316533-2199-5347-A03E-B92E3EEBDBEA}" dt="2023-05-10T09:27:58.010" v="11897" actId="26606"/>
          <ac:spMkLst>
            <pc:docMk/>
            <pc:sldMk cId="4285463656" sldId="278"/>
            <ac:spMk id="25" creationId="{0743BE1B-E693-47F5-A9BA-46D13E0C9751}"/>
          </ac:spMkLst>
        </pc:spChg>
        <pc:spChg chg="add del">
          <ac:chgData name="Andrea Lucchesi" userId="55048a12-82ae-47e8-a99b-5604122a4ce8" providerId="ADAL" clId="{9D316533-2199-5347-A03E-B92E3EEBDBEA}" dt="2023-05-10T09:27:58.010" v="11897" actId="26606"/>
          <ac:spMkLst>
            <pc:docMk/>
            <pc:sldMk cId="4285463656" sldId="278"/>
            <ac:spMk id="26" creationId="{D0F14822-B1F1-4730-A131-C3416A790B0D}"/>
          </ac:spMkLst>
        </pc:spChg>
        <pc:spChg chg="add del">
          <ac:chgData name="Andrea Lucchesi" userId="55048a12-82ae-47e8-a99b-5604122a4ce8" providerId="ADAL" clId="{9D316533-2199-5347-A03E-B92E3EEBDBEA}" dt="2023-05-10T09:30:52.982" v="11936" actId="26606"/>
          <ac:spMkLst>
            <pc:docMk/>
            <pc:sldMk cId="4285463656" sldId="278"/>
            <ac:spMk id="27" creationId="{63F5877B-98C7-49DD-83AB-0F6F57CB6543}"/>
          </ac:spMkLst>
        </pc:spChg>
        <pc:spChg chg="del">
          <ac:chgData name="Andrea Lucchesi" userId="55048a12-82ae-47e8-a99b-5604122a4ce8" providerId="ADAL" clId="{9D316533-2199-5347-A03E-B92E3EEBDBEA}" dt="2023-05-09T17:45:56.662" v="9979" actId="478"/>
          <ac:spMkLst>
            <pc:docMk/>
            <pc:sldMk cId="4285463656" sldId="278"/>
            <ac:spMk id="28" creationId="{583FF1C1-046D-6351-F4BA-981D32ED040B}"/>
          </ac:spMkLst>
        </pc:spChg>
        <pc:spChg chg="del">
          <ac:chgData name="Andrea Lucchesi" userId="55048a12-82ae-47e8-a99b-5604122a4ce8" providerId="ADAL" clId="{9D316533-2199-5347-A03E-B92E3EEBDBEA}" dt="2023-05-09T17:45:45.171" v="9973" actId="478"/>
          <ac:spMkLst>
            <pc:docMk/>
            <pc:sldMk cId="4285463656" sldId="278"/>
            <ac:spMk id="29" creationId="{505FB1E6-5735-9615-B292-4E27A32B8AD8}"/>
          </ac:spMkLst>
        </pc:spChg>
        <pc:spChg chg="del">
          <ac:chgData name="Andrea Lucchesi" userId="55048a12-82ae-47e8-a99b-5604122a4ce8" providerId="ADAL" clId="{9D316533-2199-5347-A03E-B92E3EEBDBEA}" dt="2023-05-09T17:45:53.791" v="9977" actId="478"/>
          <ac:spMkLst>
            <pc:docMk/>
            <pc:sldMk cId="4285463656" sldId="278"/>
            <ac:spMk id="30" creationId="{4C5EDAD6-2927-DE45-8192-9FC5E0D4B334}"/>
          </ac:spMkLst>
        </pc:spChg>
        <pc:spChg chg="del">
          <ac:chgData name="Andrea Lucchesi" userId="55048a12-82ae-47e8-a99b-5604122a4ce8" providerId="ADAL" clId="{9D316533-2199-5347-A03E-B92E3EEBDBEA}" dt="2023-05-09T17:45:55.378" v="9978" actId="478"/>
          <ac:spMkLst>
            <pc:docMk/>
            <pc:sldMk cId="4285463656" sldId="278"/>
            <ac:spMk id="31" creationId="{E1BDE10F-3D49-85E8-1DBE-E8A04C03F31C}"/>
          </ac:spMkLst>
        </pc:spChg>
        <pc:spChg chg="del">
          <ac:chgData name="Andrea Lucchesi" userId="55048a12-82ae-47e8-a99b-5604122a4ce8" providerId="ADAL" clId="{9D316533-2199-5347-A03E-B92E3EEBDBEA}" dt="2023-05-09T17:45:42.031" v="9972" actId="478"/>
          <ac:spMkLst>
            <pc:docMk/>
            <pc:sldMk cId="4285463656" sldId="278"/>
            <ac:spMk id="32" creationId="{B4F831DC-B0D0-3636-4A93-F98AA4DBEC7B}"/>
          </ac:spMkLst>
        </pc:spChg>
        <pc:spChg chg="del">
          <ac:chgData name="Andrea Lucchesi" userId="55048a12-82ae-47e8-a99b-5604122a4ce8" providerId="ADAL" clId="{9D316533-2199-5347-A03E-B92E3EEBDBEA}" dt="2023-05-09T17:45:45.171" v="9973" actId="478"/>
          <ac:spMkLst>
            <pc:docMk/>
            <pc:sldMk cId="4285463656" sldId="278"/>
            <ac:spMk id="33" creationId="{CC826296-8168-2B1D-8013-A19F95581D01}"/>
          </ac:spMkLst>
        </pc:spChg>
        <pc:spChg chg="del">
          <ac:chgData name="Andrea Lucchesi" userId="55048a12-82ae-47e8-a99b-5604122a4ce8" providerId="ADAL" clId="{9D316533-2199-5347-A03E-B92E3EEBDBEA}" dt="2023-05-09T17:45:42.031" v="9972" actId="478"/>
          <ac:spMkLst>
            <pc:docMk/>
            <pc:sldMk cId="4285463656" sldId="278"/>
            <ac:spMk id="34" creationId="{832AA72D-3F88-0919-058E-6504EBF99DE1}"/>
          </ac:spMkLst>
        </pc:spChg>
        <pc:spChg chg="del">
          <ac:chgData name="Andrea Lucchesi" userId="55048a12-82ae-47e8-a99b-5604122a4ce8" providerId="ADAL" clId="{9D316533-2199-5347-A03E-B92E3EEBDBEA}" dt="2023-05-09T17:45:45.171" v="9973" actId="478"/>
          <ac:spMkLst>
            <pc:docMk/>
            <pc:sldMk cId="4285463656" sldId="278"/>
            <ac:spMk id="35" creationId="{EA5ACC72-CAEA-C8D8-5C51-14E069A42BB2}"/>
          </ac:spMkLst>
        </pc:spChg>
        <pc:spChg chg="del">
          <ac:chgData name="Andrea Lucchesi" userId="55048a12-82ae-47e8-a99b-5604122a4ce8" providerId="ADAL" clId="{9D316533-2199-5347-A03E-B92E3EEBDBEA}" dt="2023-05-09T17:45:42.031" v="9972" actId="478"/>
          <ac:spMkLst>
            <pc:docMk/>
            <pc:sldMk cId="4285463656" sldId="278"/>
            <ac:spMk id="36" creationId="{7B8392B4-CB1B-EF35-C304-41AA979B422E}"/>
          </ac:spMkLst>
        </pc:spChg>
        <pc:spChg chg="del">
          <ac:chgData name="Andrea Lucchesi" userId="55048a12-82ae-47e8-a99b-5604122a4ce8" providerId="ADAL" clId="{9D316533-2199-5347-A03E-B92E3EEBDBEA}" dt="2023-05-09T17:45:45.171" v="9973" actId="478"/>
          <ac:spMkLst>
            <pc:docMk/>
            <pc:sldMk cId="4285463656" sldId="278"/>
            <ac:spMk id="37" creationId="{A088FB4A-29D3-B702-E2D0-E442D3ED8276}"/>
          </ac:spMkLst>
        </pc:spChg>
        <pc:spChg chg="add del">
          <ac:chgData name="Andrea Lucchesi" userId="55048a12-82ae-47e8-a99b-5604122a4ce8" providerId="ADAL" clId="{9D316533-2199-5347-A03E-B92E3EEBDBEA}" dt="2023-05-10T09:30:52.982" v="11936" actId="26606"/>
          <ac:spMkLst>
            <pc:docMk/>
            <pc:sldMk cId="4285463656" sldId="278"/>
            <ac:spMk id="39" creationId="{4EA91930-66BC-4C41-B4F5-C31EB216F64B}"/>
          </ac:spMkLst>
        </pc:spChg>
        <pc:spChg chg="add del">
          <ac:chgData name="Andrea Lucchesi" userId="55048a12-82ae-47e8-a99b-5604122a4ce8" providerId="ADAL" clId="{9D316533-2199-5347-A03E-B92E3EEBDBEA}" dt="2023-05-10T09:27:59.576" v="11899" actId="26606"/>
          <ac:spMkLst>
            <pc:docMk/>
            <pc:sldMk cId="4285463656" sldId="278"/>
            <ac:spMk id="40" creationId="{327D73B4-9F5C-4A64-A179-51B9500CB8B5}"/>
          </ac:spMkLst>
        </pc:spChg>
        <pc:spChg chg="add del">
          <ac:chgData name="Andrea Lucchesi" userId="55048a12-82ae-47e8-a99b-5604122a4ce8" providerId="ADAL" clId="{9D316533-2199-5347-A03E-B92E3EEBDBEA}" dt="2023-05-10T09:27:59.576" v="11899" actId="26606"/>
          <ac:spMkLst>
            <pc:docMk/>
            <pc:sldMk cId="4285463656" sldId="278"/>
            <ac:spMk id="41" creationId="{85D33C90-E0E9-4BCC-847B-53431DF7C73A}"/>
          </ac:spMkLst>
        </pc:spChg>
        <pc:spChg chg="add del">
          <ac:chgData name="Andrea Lucchesi" userId="55048a12-82ae-47e8-a99b-5604122a4ce8" providerId="ADAL" clId="{9D316533-2199-5347-A03E-B92E3EEBDBEA}" dt="2023-05-10T09:27:59.576" v="11899" actId="26606"/>
          <ac:spMkLst>
            <pc:docMk/>
            <pc:sldMk cId="4285463656" sldId="278"/>
            <ac:spMk id="42" creationId="{0743BE1B-E693-47F5-A9BA-46D13E0C9751}"/>
          </ac:spMkLst>
        </pc:spChg>
        <pc:spChg chg="add del">
          <ac:chgData name="Andrea Lucchesi" userId="55048a12-82ae-47e8-a99b-5604122a4ce8" providerId="ADAL" clId="{9D316533-2199-5347-A03E-B92E3EEBDBEA}" dt="2023-05-10T09:30:52.982" v="11936" actId="26606"/>
          <ac:spMkLst>
            <pc:docMk/>
            <pc:sldMk cId="4285463656" sldId="278"/>
            <ac:spMk id="44" creationId="{6313CF8F-B436-401E-9575-DE0F8E8B5B17}"/>
          </ac:spMkLst>
        </pc:spChg>
        <pc:spChg chg="add del">
          <ac:chgData name="Andrea Lucchesi" userId="55048a12-82ae-47e8-a99b-5604122a4ce8" providerId="ADAL" clId="{9D316533-2199-5347-A03E-B92E3EEBDBEA}" dt="2023-05-10T09:30:52.982" v="11936" actId="26606"/>
          <ac:spMkLst>
            <pc:docMk/>
            <pc:sldMk cId="4285463656" sldId="278"/>
            <ac:spMk id="45" creationId="{2A38CFE9-C30A-4551-ACCB-D5808FBC39CD}"/>
          </ac:spMkLst>
        </pc:spChg>
        <pc:spChg chg="add del">
          <ac:chgData name="Andrea Lucchesi" userId="55048a12-82ae-47e8-a99b-5604122a4ce8" providerId="ADAL" clId="{9D316533-2199-5347-A03E-B92E3EEBDBEA}" dt="2023-05-10T09:27:59.576" v="11899" actId="26606"/>
          <ac:spMkLst>
            <pc:docMk/>
            <pc:sldMk cId="4285463656" sldId="278"/>
            <ac:spMk id="46" creationId="{1453BF6C-B012-48B7-B4E8-6D7AC7C27D02}"/>
          </ac:spMkLst>
        </pc:spChg>
        <pc:spChg chg="add del">
          <ac:chgData name="Andrea Lucchesi" userId="55048a12-82ae-47e8-a99b-5604122a4ce8" providerId="ADAL" clId="{9D316533-2199-5347-A03E-B92E3EEBDBEA}" dt="2023-05-10T09:27:59.576" v="11899" actId="26606"/>
          <ac:spMkLst>
            <pc:docMk/>
            <pc:sldMk cId="4285463656" sldId="278"/>
            <ac:spMk id="47" creationId="{D0F14822-B1F1-4730-A131-C3416A790B0D}"/>
          </ac:spMkLst>
        </pc:spChg>
        <pc:spChg chg="add del">
          <ac:chgData name="Andrea Lucchesi" userId="55048a12-82ae-47e8-a99b-5604122a4ce8" providerId="ADAL" clId="{9D316533-2199-5347-A03E-B92E3EEBDBEA}" dt="2023-05-10T10:24:38.944" v="11993" actId="26606"/>
          <ac:spMkLst>
            <pc:docMk/>
            <pc:sldMk cId="4285463656" sldId="278"/>
            <ac:spMk id="49" creationId="{2172A0AC-3DCE-4672-BCAF-28FEF91F6020}"/>
          </ac:spMkLst>
        </pc:spChg>
        <pc:spChg chg="add del">
          <ac:chgData name="Andrea Lucchesi" userId="55048a12-82ae-47e8-a99b-5604122a4ce8" providerId="ADAL" clId="{9D316533-2199-5347-A03E-B92E3EEBDBEA}" dt="2023-05-10T09:28:00.952" v="11901" actId="26606"/>
          <ac:spMkLst>
            <pc:docMk/>
            <pc:sldMk cId="4285463656" sldId="278"/>
            <ac:spMk id="50" creationId="{327D73B4-9F5C-4A64-A179-51B9500CB8B5}"/>
          </ac:spMkLst>
        </pc:spChg>
        <pc:spChg chg="add del">
          <ac:chgData name="Andrea Lucchesi" userId="55048a12-82ae-47e8-a99b-5604122a4ce8" providerId="ADAL" clId="{9D316533-2199-5347-A03E-B92E3EEBDBEA}" dt="2023-05-10T09:28:00.952" v="11901" actId="26606"/>
          <ac:spMkLst>
            <pc:docMk/>
            <pc:sldMk cId="4285463656" sldId="278"/>
            <ac:spMk id="51" creationId="{85D33C90-E0E9-4BCC-847B-53431DF7C73A}"/>
          </ac:spMkLst>
        </pc:spChg>
        <pc:spChg chg="add del">
          <ac:chgData name="Andrea Lucchesi" userId="55048a12-82ae-47e8-a99b-5604122a4ce8" providerId="ADAL" clId="{9D316533-2199-5347-A03E-B92E3EEBDBEA}" dt="2023-05-10T09:28:00.952" v="11901" actId="26606"/>
          <ac:spMkLst>
            <pc:docMk/>
            <pc:sldMk cId="4285463656" sldId="278"/>
            <ac:spMk id="52" creationId="{0743BE1B-E693-47F5-A9BA-46D13E0C9751}"/>
          </ac:spMkLst>
        </pc:spChg>
        <pc:spChg chg="add del">
          <ac:chgData name="Andrea Lucchesi" userId="55048a12-82ae-47e8-a99b-5604122a4ce8" providerId="ADAL" clId="{9D316533-2199-5347-A03E-B92E3EEBDBEA}" dt="2023-05-10T10:24:38.944" v="11993" actId="26606"/>
          <ac:spMkLst>
            <pc:docMk/>
            <pc:sldMk cId="4285463656" sldId="278"/>
            <ac:spMk id="54" creationId="{AE6F1C77-EDC9-4C5F-8C1C-62DD46BDA3C3}"/>
          </ac:spMkLst>
        </pc:spChg>
        <pc:spChg chg="add del">
          <ac:chgData name="Andrea Lucchesi" userId="55048a12-82ae-47e8-a99b-5604122a4ce8" providerId="ADAL" clId="{9D316533-2199-5347-A03E-B92E3EEBDBEA}" dt="2023-05-10T09:28:00.952" v="11901" actId="26606"/>
          <ac:spMkLst>
            <pc:docMk/>
            <pc:sldMk cId="4285463656" sldId="278"/>
            <ac:spMk id="55" creationId="{1453BF6C-B012-48B7-B4E8-6D7AC7C27D02}"/>
          </ac:spMkLst>
        </pc:spChg>
        <pc:spChg chg="add del">
          <ac:chgData name="Andrea Lucchesi" userId="55048a12-82ae-47e8-a99b-5604122a4ce8" providerId="ADAL" clId="{9D316533-2199-5347-A03E-B92E3EEBDBEA}" dt="2023-05-10T09:28:00.952" v="11901" actId="26606"/>
          <ac:spMkLst>
            <pc:docMk/>
            <pc:sldMk cId="4285463656" sldId="278"/>
            <ac:spMk id="56" creationId="{D0F14822-B1F1-4730-A131-C3416A790B0D}"/>
          </ac:spMkLst>
        </pc:spChg>
        <pc:spChg chg="add del">
          <ac:chgData name="Andrea Lucchesi" userId="55048a12-82ae-47e8-a99b-5604122a4ce8" providerId="ADAL" clId="{9D316533-2199-5347-A03E-B92E3EEBDBEA}" dt="2023-05-10T10:24:38.944" v="11993" actId="26606"/>
          <ac:spMkLst>
            <pc:docMk/>
            <pc:sldMk cId="4285463656" sldId="278"/>
            <ac:spMk id="58" creationId="{2172A0AC-3DCE-4672-BCAF-28FEF91F6020}"/>
          </ac:spMkLst>
        </pc:spChg>
        <pc:spChg chg="add del">
          <ac:chgData name="Andrea Lucchesi" userId="55048a12-82ae-47e8-a99b-5604122a4ce8" providerId="ADAL" clId="{9D316533-2199-5347-A03E-B92E3EEBDBEA}" dt="2023-05-10T09:28:02.477" v="11903" actId="26606"/>
          <ac:spMkLst>
            <pc:docMk/>
            <pc:sldMk cId="4285463656" sldId="278"/>
            <ac:spMk id="59" creationId="{327D73B4-9F5C-4A64-A179-51B9500CB8B5}"/>
          </ac:spMkLst>
        </pc:spChg>
        <pc:spChg chg="add del">
          <ac:chgData name="Andrea Lucchesi" userId="55048a12-82ae-47e8-a99b-5604122a4ce8" providerId="ADAL" clId="{9D316533-2199-5347-A03E-B92E3EEBDBEA}" dt="2023-05-10T09:28:02.477" v="11903" actId="26606"/>
          <ac:spMkLst>
            <pc:docMk/>
            <pc:sldMk cId="4285463656" sldId="278"/>
            <ac:spMk id="60" creationId="{85D33C90-E0E9-4BCC-847B-53431DF7C73A}"/>
          </ac:spMkLst>
        </pc:spChg>
        <pc:spChg chg="add del">
          <ac:chgData name="Andrea Lucchesi" userId="55048a12-82ae-47e8-a99b-5604122a4ce8" providerId="ADAL" clId="{9D316533-2199-5347-A03E-B92E3EEBDBEA}" dt="2023-05-10T09:28:02.477" v="11903" actId="26606"/>
          <ac:spMkLst>
            <pc:docMk/>
            <pc:sldMk cId="4285463656" sldId="278"/>
            <ac:spMk id="61" creationId="{0743BE1B-E693-47F5-A9BA-46D13E0C9751}"/>
          </ac:spMkLst>
        </pc:spChg>
        <pc:spChg chg="add del">
          <ac:chgData name="Andrea Lucchesi" userId="55048a12-82ae-47e8-a99b-5604122a4ce8" providerId="ADAL" clId="{9D316533-2199-5347-A03E-B92E3EEBDBEA}" dt="2023-05-10T10:24:38.944" v="11993" actId="26606"/>
          <ac:spMkLst>
            <pc:docMk/>
            <pc:sldMk cId="4285463656" sldId="278"/>
            <ac:spMk id="63" creationId="{AE6F1C77-EDC9-4C5F-8C1C-62DD46BDA3C3}"/>
          </ac:spMkLst>
        </pc:spChg>
        <pc:spChg chg="add del">
          <ac:chgData name="Andrea Lucchesi" userId="55048a12-82ae-47e8-a99b-5604122a4ce8" providerId="ADAL" clId="{9D316533-2199-5347-A03E-B92E3EEBDBEA}" dt="2023-05-10T09:28:02.477" v="11903" actId="26606"/>
          <ac:spMkLst>
            <pc:docMk/>
            <pc:sldMk cId="4285463656" sldId="278"/>
            <ac:spMk id="65" creationId="{1453BF6C-B012-48B7-B4E8-6D7AC7C27D02}"/>
          </ac:spMkLst>
        </pc:spChg>
        <pc:spChg chg="add del">
          <ac:chgData name="Andrea Lucchesi" userId="55048a12-82ae-47e8-a99b-5604122a4ce8" providerId="ADAL" clId="{9D316533-2199-5347-A03E-B92E3EEBDBEA}" dt="2023-05-10T09:28:02.477" v="11903" actId="26606"/>
          <ac:spMkLst>
            <pc:docMk/>
            <pc:sldMk cId="4285463656" sldId="278"/>
            <ac:spMk id="66" creationId="{D0F14822-B1F1-4730-A131-C3416A790B0D}"/>
          </ac:spMkLst>
        </pc:spChg>
        <pc:spChg chg="add del">
          <ac:chgData name="Andrea Lucchesi" userId="55048a12-82ae-47e8-a99b-5604122a4ce8" providerId="ADAL" clId="{9D316533-2199-5347-A03E-B92E3EEBDBEA}" dt="2023-05-10T09:28:04.129" v="11905" actId="26606"/>
          <ac:spMkLst>
            <pc:docMk/>
            <pc:sldMk cId="4285463656" sldId="278"/>
            <ac:spMk id="69" creationId="{327D73B4-9F5C-4A64-A179-51B9500CB8B5}"/>
          </ac:spMkLst>
        </pc:spChg>
        <pc:spChg chg="add del">
          <ac:chgData name="Andrea Lucchesi" userId="55048a12-82ae-47e8-a99b-5604122a4ce8" providerId="ADAL" clId="{9D316533-2199-5347-A03E-B92E3EEBDBEA}" dt="2023-05-10T09:28:04.129" v="11905" actId="26606"/>
          <ac:spMkLst>
            <pc:docMk/>
            <pc:sldMk cId="4285463656" sldId="278"/>
            <ac:spMk id="70" creationId="{85D33C90-E0E9-4BCC-847B-53431DF7C73A}"/>
          </ac:spMkLst>
        </pc:spChg>
        <pc:spChg chg="add del">
          <ac:chgData name="Andrea Lucchesi" userId="55048a12-82ae-47e8-a99b-5604122a4ce8" providerId="ADAL" clId="{9D316533-2199-5347-A03E-B92E3EEBDBEA}" dt="2023-05-10T09:28:04.129" v="11905" actId="26606"/>
          <ac:spMkLst>
            <pc:docMk/>
            <pc:sldMk cId="4285463656" sldId="278"/>
            <ac:spMk id="71" creationId="{0743BE1B-E693-47F5-A9BA-46D13E0C9751}"/>
          </ac:spMkLst>
        </pc:spChg>
        <pc:spChg chg="add del">
          <ac:chgData name="Andrea Lucchesi" userId="55048a12-82ae-47e8-a99b-5604122a4ce8" providerId="ADAL" clId="{9D316533-2199-5347-A03E-B92E3EEBDBEA}" dt="2023-05-10T09:28:04.129" v="11905" actId="26606"/>
          <ac:spMkLst>
            <pc:docMk/>
            <pc:sldMk cId="4285463656" sldId="278"/>
            <ac:spMk id="74" creationId="{1453BF6C-B012-48B7-B4E8-6D7AC7C27D02}"/>
          </ac:spMkLst>
        </pc:spChg>
        <pc:spChg chg="add del">
          <ac:chgData name="Andrea Lucchesi" userId="55048a12-82ae-47e8-a99b-5604122a4ce8" providerId="ADAL" clId="{9D316533-2199-5347-A03E-B92E3EEBDBEA}" dt="2023-05-10T09:28:04.129" v="11905" actId="26606"/>
          <ac:spMkLst>
            <pc:docMk/>
            <pc:sldMk cId="4285463656" sldId="278"/>
            <ac:spMk id="75" creationId="{D0F14822-B1F1-4730-A131-C3416A790B0D}"/>
          </ac:spMkLst>
        </pc:spChg>
        <pc:spChg chg="add del">
          <ac:chgData name="Andrea Lucchesi" userId="55048a12-82ae-47e8-a99b-5604122a4ce8" providerId="ADAL" clId="{9D316533-2199-5347-A03E-B92E3EEBDBEA}" dt="2023-05-10T09:28:23.094" v="11907" actId="26606"/>
          <ac:spMkLst>
            <pc:docMk/>
            <pc:sldMk cId="4285463656" sldId="278"/>
            <ac:spMk id="78" creationId="{327D73B4-9F5C-4A64-A179-51B9500CB8B5}"/>
          </ac:spMkLst>
        </pc:spChg>
        <pc:spChg chg="add del">
          <ac:chgData name="Andrea Lucchesi" userId="55048a12-82ae-47e8-a99b-5604122a4ce8" providerId="ADAL" clId="{9D316533-2199-5347-A03E-B92E3EEBDBEA}" dt="2023-05-10T09:28:23.094" v="11907" actId="26606"/>
          <ac:spMkLst>
            <pc:docMk/>
            <pc:sldMk cId="4285463656" sldId="278"/>
            <ac:spMk id="79" creationId="{85D33C90-E0E9-4BCC-847B-53431DF7C73A}"/>
          </ac:spMkLst>
        </pc:spChg>
        <pc:spChg chg="add del">
          <ac:chgData name="Andrea Lucchesi" userId="55048a12-82ae-47e8-a99b-5604122a4ce8" providerId="ADAL" clId="{9D316533-2199-5347-A03E-B92E3EEBDBEA}" dt="2023-05-10T09:28:23.094" v="11907" actId="26606"/>
          <ac:spMkLst>
            <pc:docMk/>
            <pc:sldMk cId="4285463656" sldId="278"/>
            <ac:spMk id="80" creationId="{0743BE1B-E693-47F5-A9BA-46D13E0C9751}"/>
          </ac:spMkLst>
        </pc:spChg>
        <pc:spChg chg="add del">
          <ac:chgData name="Andrea Lucchesi" userId="55048a12-82ae-47e8-a99b-5604122a4ce8" providerId="ADAL" clId="{9D316533-2199-5347-A03E-B92E3EEBDBEA}" dt="2023-05-10T09:28:23.094" v="11907" actId="26606"/>
          <ac:spMkLst>
            <pc:docMk/>
            <pc:sldMk cId="4285463656" sldId="278"/>
            <ac:spMk id="84" creationId="{1453BF6C-B012-48B7-B4E8-6D7AC7C27D02}"/>
          </ac:spMkLst>
        </pc:spChg>
        <pc:spChg chg="add del">
          <ac:chgData name="Andrea Lucchesi" userId="55048a12-82ae-47e8-a99b-5604122a4ce8" providerId="ADAL" clId="{9D316533-2199-5347-A03E-B92E3EEBDBEA}" dt="2023-05-10T09:28:23.094" v="11907" actId="26606"/>
          <ac:spMkLst>
            <pc:docMk/>
            <pc:sldMk cId="4285463656" sldId="278"/>
            <ac:spMk id="85" creationId="{D0F14822-B1F1-4730-A131-C3416A790B0D}"/>
          </ac:spMkLst>
        </pc:spChg>
        <pc:grpChg chg="add del">
          <ac:chgData name="Andrea Lucchesi" userId="55048a12-82ae-47e8-a99b-5604122a4ce8" providerId="ADAL" clId="{9D316533-2199-5347-A03E-B92E3EEBDBEA}" dt="2023-05-10T09:27:58.010" v="11897" actId="26606"/>
          <ac:grpSpMkLst>
            <pc:docMk/>
            <pc:sldMk cId="4285463656" sldId="278"/>
            <ac:grpSpMk id="20" creationId="{CF5BD426-789C-4E69-83C0-245370E37264}"/>
          </ac:grpSpMkLst>
        </pc:grpChg>
        <pc:grpChg chg="add del">
          <ac:chgData name="Andrea Lucchesi" userId="55048a12-82ae-47e8-a99b-5604122a4ce8" providerId="ADAL" clId="{9D316533-2199-5347-A03E-B92E3EEBDBEA}" dt="2023-05-10T09:27:59.576" v="11899" actId="26606"/>
          <ac:grpSpMkLst>
            <pc:docMk/>
            <pc:sldMk cId="4285463656" sldId="278"/>
            <ac:grpSpMk id="43" creationId="{CF5BD426-789C-4E69-83C0-245370E37264}"/>
          </ac:grpSpMkLst>
        </pc:grpChg>
        <pc:grpChg chg="add del">
          <ac:chgData name="Andrea Lucchesi" userId="55048a12-82ae-47e8-a99b-5604122a4ce8" providerId="ADAL" clId="{9D316533-2199-5347-A03E-B92E3EEBDBEA}" dt="2023-05-10T09:28:00.952" v="11901" actId="26606"/>
          <ac:grpSpMkLst>
            <pc:docMk/>
            <pc:sldMk cId="4285463656" sldId="278"/>
            <ac:grpSpMk id="53" creationId="{CF5BD426-789C-4E69-83C0-245370E37264}"/>
          </ac:grpSpMkLst>
        </pc:grpChg>
        <pc:grpChg chg="add del">
          <ac:chgData name="Andrea Lucchesi" userId="55048a12-82ae-47e8-a99b-5604122a4ce8" providerId="ADAL" clId="{9D316533-2199-5347-A03E-B92E3EEBDBEA}" dt="2023-05-10T09:28:02.477" v="11903" actId="26606"/>
          <ac:grpSpMkLst>
            <pc:docMk/>
            <pc:sldMk cId="4285463656" sldId="278"/>
            <ac:grpSpMk id="62" creationId="{CF5BD426-789C-4E69-83C0-245370E37264}"/>
          </ac:grpSpMkLst>
        </pc:grpChg>
        <pc:grpChg chg="add del">
          <ac:chgData name="Andrea Lucchesi" userId="55048a12-82ae-47e8-a99b-5604122a4ce8" providerId="ADAL" clId="{9D316533-2199-5347-A03E-B92E3EEBDBEA}" dt="2023-05-10T09:28:04.129" v="11905" actId="26606"/>
          <ac:grpSpMkLst>
            <pc:docMk/>
            <pc:sldMk cId="4285463656" sldId="278"/>
            <ac:grpSpMk id="72" creationId="{CF5BD426-789C-4E69-83C0-245370E37264}"/>
          </ac:grpSpMkLst>
        </pc:grpChg>
        <pc:grpChg chg="add del">
          <ac:chgData name="Andrea Lucchesi" userId="55048a12-82ae-47e8-a99b-5604122a4ce8" providerId="ADAL" clId="{9D316533-2199-5347-A03E-B92E3EEBDBEA}" dt="2023-05-10T09:28:23.094" v="11907" actId="26606"/>
          <ac:grpSpMkLst>
            <pc:docMk/>
            <pc:sldMk cId="4285463656" sldId="278"/>
            <ac:grpSpMk id="81" creationId="{CF5BD426-789C-4E69-83C0-245370E37264}"/>
          </ac:grpSpMkLst>
        </pc:grpChg>
        <pc:graphicFrameChg chg="add mod ord modGraphic">
          <ac:chgData name="Andrea Lucchesi" userId="55048a12-82ae-47e8-a99b-5604122a4ce8" providerId="ADAL" clId="{9D316533-2199-5347-A03E-B92E3EEBDBEA}" dt="2023-05-10T10:24:38.944" v="11993" actId="26606"/>
          <ac:graphicFrameMkLst>
            <pc:docMk/>
            <pc:sldMk cId="4285463656" sldId="278"/>
            <ac:graphicFrameMk id="8" creationId="{0916E6C2-ABF9-0A61-F0C3-4E7028280301}"/>
          </ac:graphicFrameMkLst>
        </pc:graphicFrameChg>
        <pc:picChg chg="mod">
          <ac:chgData name="Andrea Lucchesi" userId="55048a12-82ae-47e8-a99b-5604122a4ce8" providerId="ADAL" clId="{9D316533-2199-5347-A03E-B92E3EEBDBEA}" dt="2023-05-10T10:17:48.596" v="11939" actId="26606"/>
          <ac:picMkLst>
            <pc:docMk/>
            <pc:sldMk cId="4285463656" sldId="278"/>
            <ac:picMk id="3" creationId="{9417850F-D79C-1EBB-9536-815D4CDA29C8}"/>
          </ac:picMkLst>
        </pc:picChg>
        <pc:picChg chg="add del mod ord">
          <ac:chgData name="Andrea Lucchesi" userId="55048a12-82ae-47e8-a99b-5604122a4ce8" providerId="ADAL" clId="{9D316533-2199-5347-A03E-B92E3EEBDBEA}" dt="2023-05-10T10:17:40.025" v="11938" actId="478"/>
          <ac:picMkLst>
            <pc:docMk/>
            <pc:sldMk cId="4285463656" sldId="278"/>
            <ac:picMk id="4" creationId="{49800CB8-5653-D544-9B18-DE09FAAEAF50}"/>
          </ac:picMkLst>
        </pc:picChg>
        <pc:picChg chg="add del mod">
          <ac:chgData name="Andrea Lucchesi" userId="55048a12-82ae-47e8-a99b-5604122a4ce8" providerId="ADAL" clId="{9D316533-2199-5347-A03E-B92E3EEBDBEA}" dt="2023-05-10T09:24:40.215" v="11875"/>
          <ac:picMkLst>
            <pc:docMk/>
            <pc:sldMk cId="4285463656" sldId="278"/>
            <ac:picMk id="5" creationId="{7CFDC7FA-3781-12B9-7EF4-A5629C72D7A3}"/>
          </ac:picMkLst>
        </pc:picChg>
        <pc:picChg chg="add mod ord">
          <ac:chgData name="Andrea Lucchesi" userId="55048a12-82ae-47e8-a99b-5604122a4ce8" providerId="ADAL" clId="{9D316533-2199-5347-A03E-B92E3EEBDBEA}" dt="2023-05-10T10:17:48.596" v="11939" actId="26606"/>
          <ac:picMkLst>
            <pc:docMk/>
            <pc:sldMk cId="4285463656" sldId="278"/>
            <ac:picMk id="9" creationId="{71D25D5E-F18E-D802-A2B4-3042D7549998}"/>
          </ac:picMkLst>
        </pc:picChg>
        <pc:picChg chg="add mod">
          <ac:chgData name="Andrea Lucchesi" userId="55048a12-82ae-47e8-a99b-5604122a4ce8" providerId="ADAL" clId="{9D316533-2199-5347-A03E-B92E3EEBDBEA}" dt="2023-05-10T10:34:45.205" v="12336" actId="1076"/>
          <ac:picMkLst>
            <pc:docMk/>
            <pc:sldMk cId="4285463656" sldId="278"/>
            <ac:picMk id="10" creationId="{DB981A68-5526-9DEB-4046-67ECFBED8277}"/>
          </ac:picMkLst>
        </pc:picChg>
        <pc:picChg chg="add del mod">
          <ac:chgData name="Andrea Lucchesi" userId="55048a12-82ae-47e8-a99b-5604122a4ce8" providerId="ADAL" clId="{9D316533-2199-5347-A03E-B92E3EEBDBEA}" dt="2023-05-09T17:51:56.881" v="10140" actId="478"/>
          <ac:picMkLst>
            <pc:docMk/>
            <pc:sldMk cId="4285463656" sldId="278"/>
            <ac:picMk id="11" creationId="{3A49131E-D6E4-71C7-37AC-066B3F742074}"/>
          </ac:picMkLst>
        </pc:picChg>
        <pc:picChg chg="add del mod ord">
          <ac:chgData name="Andrea Lucchesi" userId="55048a12-82ae-47e8-a99b-5604122a4ce8" providerId="ADAL" clId="{9D316533-2199-5347-A03E-B92E3EEBDBEA}" dt="2023-05-10T09:28:58.970" v="11925" actId="478"/>
          <ac:picMkLst>
            <pc:docMk/>
            <pc:sldMk cId="4285463656" sldId="278"/>
            <ac:picMk id="12" creationId="{569B52BD-089D-EC18-4DD5-05C9BBF561DF}"/>
          </ac:picMkLst>
        </pc:picChg>
        <pc:cxnChg chg="add del">
          <ac:chgData name="Andrea Lucchesi" userId="55048a12-82ae-47e8-a99b-5604122a4ce8" providerId="ADAL" clId="{9D316533-2199-5347-A03E-B92E3EEBDBEA}" dt="2023-05-10T09:27:58.010" v="11897" actId="26606"/>
          <ac:cxnSpMkLst>
            <pc:docMk/>
            <pc:sldMk cId="4285463656" sldId="278"/>
            <ac:cxnSpMk id="38" creationId="{C49DA8F6-BCC1-4447-B54C-57856834B94B}"/>
          </ac:cxnSpMkLst>
        </pc:cxnChg>
        <pc:cxnChg chg="add del">
          <ac:chgData name="Andrea Lucchesi" userId="55048a12-82ae-47e8-a99b-5604122a4ce8" providerId="ADAL" clId="{9D316533-2199-5347-A03E-B92E3EEBDBEA}" dt="2023-05-10T09:27:59.576" v="11899" actId="26606"/>
          <ac:cxnSpMkLst>
            <pc:docMk/>
            <pc:sldMk cId="4285463656" sldId="278"/>
            <ac:cxnSpMk id="48" creationId="{C49DA8F6-BCC1-4447-B54C-57856834B94B}"/>
          </ac:cxnSpMkLst>
        </pc:cxnChg>
        <pc:cxnChg chg="add del">
          <ac:chgData name="Andrea Lucchesi" userId="55048a12-82ae-47e8-a99b-5604122a4ce8" providerId="ADAL" clId="{9D316533-2199-5347-A03E-B92E3EEBDBEA}" dt="2023-05-10T09:28:00.952" v="11901" actId="26606"/>
          <ac:cxnSpMkLst>
            <pc:docMk/>
            <pc:sldMk cId="4285463656" sldId="278"/>
            <ac:cxnSpMk id="57" creationId="{C49DA8F6-BCC1-4447-B54C-57856834B94B}"/>
          </ac:cxnSpMkLst>
        </pc:cxnChg>
        <pc:cxnChg chg="add del">
          <ac:chgData name="Andrea Lucchesi" userId="55048a12-82ae-47e8-a99b-5604122a4ce8" providerId="ADAL" clId="{9D316533-2199-5347-A03E-B92E3EEBDBEA}" dt="2023-05-10T09:28:02.477" v="11903" actId="26606"/>
          <ac:cxnSpMkLst>
            <pc:docMk/>
            <pc:sldMk cId="4285463656" sldId="278"/>
            <ac:cxnSpMk id="67" creationId="{C49DA8F6-BCC1-4447-B54C-57856834B94B}"/>
          </ac:cxnSpMkLst>
        </pc:cxnChg>
        <pc:cxnChg chg="add del">
          <ac:chgData name="Andrea Lucchesi" userId="55048a12-82ae-47e8-a99b-5604122a4ce8" providerId="ADAL" clId="{9D316533-2199-5347-A03E-B92E3EEBDBEA}" dt="2023-05-10T09:28:04.129" v="11905" actId="26606"/>
          <ac:cxnSpMkLst>
            <pc:docMk/>
            <pc:sldMk cId="4285463656" sldId="278"/>
            <ac:cxnSpMk id="76" creationId="{C49DA8F6-BCC1-4447-B54C-57856834B94B}"/>
          </ac:cxnSpMkLst>
        </pc:cxnChg>
        <pc:cxnChg chg="add del">
          <ac:chgData name="Andrea Lucchesi" userId="55048a12-82ae-47e8-a99b-5604122a4ce8" providerId="ADAL" clId="{9D316533-2199-5347-A03E-B92E3EEBDBEA}" dt="2023-05-10T09:28:23.094" v="11907" actId="26606"/>
          <ac:cxnSpMkLst>
            <pc:docMk/>
            <pc:sldMk cId="4285463656" sldId="278"/>
            <ac:cxnSpMk id="86" creationId="{C49DA8F6-BCC1-4447-B54C-57856834B94B}"/>
          </ac:cxnSpMkLst>
        </pc:cxnChg>
      </pc:sldChg>
      <pc:sldChg chg="addSp delSp modSp add del mod setBg addAnim delAnim delDesignElem">
        <pc:chgData name="Andrea Lucchesi" userId="55048a12-82ae-47e8-a99b-5604122a4ce8" providerId="ADAL" clId="{9D316533-2199-5347-A03E-B92E3EEBDBEA}" dt="2023-05-10T11:26:47.345" v="12413" actId="2696"/>
        <pc:sldMkLst>
          <pc:docMk/>
          <pc:sldMk cId="2416852275" sldId="279"/>
        </pc:sldMkLst>
        <pc:spChg chg="add del mod">
          <ac:chgData name="Andrea Lucchesi" userId="55048a12-82ae-47e8-a99b-5604122a4ce8" providerId="ADAL" clId="{9D316533-2199-5347-A03E-B92E3EEBDBEA}" dt="2023-05-10T10:20:11.556" v="11955"/>
          <ac:spMkLst>
            <pc:docMk/>
            <pc:sldMk cId="2416852275" sldId="279"/>
            <ac:spMk id="2" creationId="{ACC72272-6AF4-69A7-9403-D2E449757D1F}"/>
          </ac:spMkLst>
        </pc:spChg>
        <pc:spChg chg="add del mod">
          <ac:chgData name="Andrea Lucchesi" userId="55048a12-82ae-47e8-a99b-5604122a4ce8" providerId="ADAL" clId="{9D316533-2199-5347-A03E-B92E3EEBDBEA}" dt="2023-05-10T10:20:11.556" v="11955"/>
          <ac:spMkLst>
            <pc:docMk/>
            <pc:sldMk cId="2416852275" sldId="279"/>
            <ac:spMk id="4" creationId="{7000AC45-C7A1-98E2-A82F-8F2347E169B0}"/>
          </ac:spMkLst>
        </pc:spChg>
        <pc:spChg chg="add del mod">
          <ac:chgData name="Andrea Lucchesi" userId="55048a12-82ae-47e8-a99b-5604122a4ce8" providerId="ADAL" clId="{9D316533-2199-5347-A03E-B92E3EEBDBEA}" dt="2023-05-10T10:20:11.556" v="11955"/>
          <ac:spMkLst>
            <pc:docMk/>
            <pc:sldMk cId="2416852275" sldId="279"/>
            <ac:spMk id="5" creationId="{75A2B8E4-6796-AD71-B6B8-3287488219A7}"/>
          </ac:spMkLst>
        </pc:spChg>
        <pc:spChg chg="add del mod">
          <ac:chgData name="Andrea Lucchesi" userId="55048a12-82ae-47e8-a99b-5604122a4ce8" providerId="ADAL" clId="{9D316533-2199-5347-A03E-B92E3EEBDBEA}" dt="2023-05-10T10:20:11.556" v="11955"/>
          <ac:spMkLst>
            <pc:docMk/>
            <pc:sldMk cId="2416852275" sldId="279"/>
            <ac:spMk id="6" creationId="{53B6CF27-7658-FEF2-DA47-7D57D298065C}"/>
          </ac:spMkLst>
        </pc:spChg>
        <pc:spChg chg="mod">
          <ac:chgData name="Andrea Lucchesi" userId="55048a12-82ae-47e8-a99b-5604122a4ce8" providerId="ADAL" clId="{9D316533-2199-5347-A03E-B92E3EEBDBEA}" dt="2023-05-10T10:24:38.852" v="11990" actId="26606"/>
          <ac:spMkLst>
            <pc:docMk/>
            <pc:sldMk cId="2416852275" sldId="279"/>
            <ac:spMk id="7" creationId="{EADBC930-41DF-70B4-D430-4F65A4563D87}"/>
          </ac:spMkLst>
        </pc:spChg>
        <pc:spChg chg="add del mod">
          <ac:chgData name="Andrea Lucchesi" userId="55048a12-82ae-47e8-a99b-5604122a4ce8" providerId="ADAL" clId="{9D316533-2199-5347-A03E-B92E3EEBDBEA}" dt="2023-05-10T10:20:11.556" v="11955"/>
          <ac:spMkLst>
            <pc:docMk/>
            <pc:sldMk cId="2416852275" sldId="279"/>
            <ac:spMk id="10" creationId="{3AE41C79-DCB3-6B6A-1ED0-6703D6F8447E}"/>
          </ac:spMkLst>
        </pc:spChg>
        <pc:spChg chg="add del mod">
          <ac:chgData name="Andrea Lucchesi" userId="55048a12-82ae-47e8-a99b-5604122a4ce8" providerId="ADAL" clId="{9D316533-2199-5347-A03E-B92E3EEBDBEA}" dt="2023-05-10T10:20:11.556" v="11955"/>
          <ac:spMkLst>
            <pc:docMk/>
            <pc:sldMk cId="2416852275" sldId="279"/>
            <ac:spMk id="11" creationId="{224C1808-D340-10BD-26D1-DC0DA582B5C3}"/>
          </ac:spMkLst>
        </pc:spChg>
        <pc:spChg chg="add del mod">
          <ac:chgData name="Andrea Lucchesi" userId="55048a12-82ae-47e8-a99b-5604122a4ce8" providerId="ADAL" clId="{9D316533-2199-5347-A03E-B92E3EEBDBEA}" dt="2023-05-10T10:20:11.556" v="11955"/>
          <ac:spMkLst>
            <pc:docMk/>
            <pc:sldMk cId="2416852275" sldId="279"/>
            <ac:spMk id="12" creationId="{3FFDE0B0-82DE-4F6B-21F0-00C29AC14108}"/>
          </ac:spMkLst>
        </pc:spChg>
        <pc:spChg chg="add del mod">
          <ac:chgData name="Andrea Lucchesi" userId="55048a12-82ae-47e8-a99b-5604122a4ce8" providerId="ADAL" clId="{9D316533-2199-5347-A03E-B92E3EEBDBEA}" dt="2023-05-10T10:20:11.556" v="11955"/>
          <ac:spMkLst>
            <pc:docMk/>
            <pc:sldMk cId="2416852275" sldId="279"/>
            <ac:spMk id="13" creationId="{3ADAD497-E462-686E-38C1-24CAF903AE98}"/>
          </ac:spMkLst>
        </pc:spChg>
        <pc:spChg chg="add del mod">
          <ac:chgData name="Andrea Lucchesi" userId="55048a12-82ae-47e8-a99b-5604122a4ce8" providerId="ADAL" clId="{9D316533-2199-5347-A03E-B92E3EEBDBEA}" dt="2023-05-10T10:20:11.556" v="11955"/>
          <ac:spMkLst>
            <pc:docMk/>
            <pc:sldMk cId="2416852275" sldId="279"/>
            <ac:spMk id="14" creationId="{7E4BB64E-88B4-4319-9EBF-8672815DCFBE}"/>
          </ac:spMkLst>
        </pc:spChg>
        <pc:spChg chg="add del mod">
          <ac:chgData name="Andrea Lucchesi" userId="55048a12-82ae-47e8-a99b-5604122a4ce8" providerId="ADAL" clId="{9D316533-2199-5347-A03E-B92E3EEBDBEA}" dt="2023-05-10T10:20:11.556" v="11955"/>
          <ac:spMkLst>
            <pc:docMk/>
            <pc:sldMk cId="2416852275" sldId="279"/>
            <ac:spMk id="15" creationId="{F1CBC74C-D312-604F-F67C-9ACA0BBA2CBA}"/>
          </ac:spMkLst>
        </pc:spChg>
        <pc:spChg chg="add del mod">
          <ac:chgData name="Andrea Lucchesi" userId="55048a12-82ae-47e8-a99b-5604122a4ce8" providerId="ADAL" clId="{9D316533-2199-5347-A03E-B92E3EEBDBEA}" dt="2023-05-10T10:20:11.556" v="11955"/>
          <ac:spMkLst>
            <pc:docMk/>
            <pc:sldMk cId="2416852275" sldId="279"/>
            <ac:spMk id="16" creationId="{28414110-7756-4C69-0291-50AC420B427D}"/>
          </ac:spMkLst>
        </pc:spChg>
        <pc:spChg chg="add del mod">
          <ac:chgData name="Andrea Lucchesi" userId="55048a12-82ae-47e8-a99b-5604122a4ce8" providerId="ADAL" clId="{9D316533-2199-5347-A03E-B92E3EEBDBEA}" dt="2023-05-10T10:20:11.556" v="11955"/>
          <ac:spMkLst>
            <pc:docMk/>
            <pc:sldMk cId="2416852275" sldId="279"/>
            <ac:spMk id="17" creationId="{9B465B96-8502-2C11-184F-85099B5F6FBF}"/>
          </ac:spMkLst>
        </pc:spChg>
        <pc:spChg chg="add del mod">
          <ac:chgData name="Andrea Lucchesi" userId="55048a12-82ae-47e8-a99b-5604122a4ce8" providerId="ADAL" clId="{9D316533-2199-5347-A03E-B92E3EEBDBEA}" dt="2023-05-10T10:20:11.556" v="11955"/>
          <ac:spMkLst>
            <pc:docMk/>
            <pc:sldMk cId="2416852275" sldId="279"/>
            <ac:spMk id="18" creationId="{10BE3940-7949-3555-F1D8-4A3786CEB73B}"/>
          </ac:spMkLst>
        </pc:spChg>
        <pc:spChg chg="add del mod">
          <ac:chgData name="Andrea Lucchesi" userId="55048a12-82ae-47e8-a99b-5604122a4ce8" providerId="ADAL" clId="{9D316533-2199-5347-A03E-B92E3EEBDBEA}" dt="2023-05-10T10:20:11.556" v="11955"/>
          <ac:spMkLst>
            <pc:docMk/>
            <pc:sldMk cId="2416852275" sldId="279"/>
            <ac:spMk id="19" creationId="{A3660F6B-4841-53A1-7478-5C4304240721}"/>
          </ac:spMkLst>
        </pc:spChg>
        <pc:spChg chg="add del">
          <ac:chgData name="Andrea Lucchesi" userId="55048a12-82ae-47e8-a99b-5604122a4ce8" providerId="ADAL" clId="{9D316533-2199-5347-A03E-B92E3EEBDBEA}" dt="2023-05-10T10:20:30.486" v="11957" actId="26606"/>
          <ac:spMkLst>
            <pc:docMk/>
            <pc:sldMk cId="2416852275" sldId="279"/>
            <ac:spMk id="20" creationId="{27BDFED6-6E33-4606-AFE2-886ADB1C018E}"/>
          </ac:spMkLst>
        </pc:spChg>
        <pc:spChg chg="add del">
          <ac:chgData name="Andrea Lucchesi" userId="55048a12-82ae-47e8-a99b-5604122a4ce8" providerId="ADAL" clId="{9D316533-2199-5347-A03E-B92E3EEBDBEA}" dt="2023-05-10T10:20:30.486" v="11957" actId="26606"/>
          <ac:spMkLst>
            <pc:docMk/>
            <pc:sldMk cId="2416852275" sldId="279"/>
            <ac:spMk id="21" creationId="{890DEF05-784E-4B61-89E4-04C4ECF4E5A0}"/>
          </ac:spMkLst>
        </pc:spChg>
        <pc:spChg chg="add del mod">
          <ac:chgData name="Andrea Lucchesi" userId="55048a12-82ae-47e8-a99b-5604122a4ce8" providerId="ADAL" clId="{9D316533-2199-5347-A03E-B92E3EEBDBEA}" dt="2023-05-10T10:24:46.219" v="11997" actId="478"/>
          <ac:spMkLst>
            <pc:docMk/>
            <pc:sldMk cId="2416852275" sldId="279"/>
            <ac:spMk id="23" creationId="{BDCDF326-1E48-8F6F-4F27-4CCFBC33699F}"/>
          </ac:spMkLst>
        </pc:spChg>
        <pc:spChg chg="add del">
          <ac:chgData name="Andrea Lucchesi" userId="55048a12-82ae-47e8-a99b-5604122a4ce8" providerId="ADAL" clId="{9D316533-2199-5347-A03E-B92E3EEBDBEA}" dt="2023-05-10T10:22:34.476" v="11978" actId="26606"/>
          <ac:spMkLst>
            <pc:docMk/>
            <pc:sldMk cId="2416852275" sldId="279"/>
            <ac:spMk id="24" creationId="{A8CCCB6D-5162-4AAE-A5E3-3AC55410DBCE}"/>
          </ac:spMkLst>
        </pc:spChg>
        <pc:spChg chg="add del">
          <ac:chgData name="Andrea Lucchesi" userId="55048a12-82ae-47e8-a99b-5604122a4ce8" providerId="ADAL" clId="{9D316533-2199-5347-A03E-B92E3EEBDBEA}" dt="2023-05-10T10:22:34.476" v="11978" actId="26606"/>
          <ac:spMkLst>
            <pc:docMk/>
            <pc:sldMk cId="2416852275" sldId="279"/>
            <ac:spMk id="25" creationId="{0BCD8C04-CC7B-40EF-82EB-E9821F79BB86}"/>
          </ac:spMkLst>
        </pc:spChg>
        <pc:spChg chg="add del">
          <ac:chgData name="Andrea Lucchesi" userId="55048a12-82ae-47e8-a99b-5604122a4ce8" providerId="ADAL" clId="{9D316533-2199-5347-A03E-B92E3EEBDBEA}" dt="2023-05-10T10:24:38.852" v="11990" actId="26606"/>
          <ac:spMkLst>
            <pc:docMk/>
            <pc:sldMk cId="2416852275" sldId="279"/>
            <ac:spMk id="27" creationId="{FFCDD23B-75C8-427B-BD08-53C8156CD7CD}"/>
          </ac:spMkLst>
        </pc:spChg>
        <pc:spChg chg="add del">
          <ac:chgData name="Andrea Lucchesi" userId="55048a12-82ae-47e8-a99b-5604122a4ce8" providerId="ADAL" clId="{9D316533-2199-5347-A03E-B92E3EEBDBEA}" dt="2023-05-10T10:24:38.852" v="11990" actId="26606"/>
          <ac:spMkLst>
            <pc:docMk/>
            <pc:sldMk cId="2416852275" sldId="279"/>
            <ac:spMk id="28" creationId="{AFFC87AC-C919-4FE5-BAC3-39509E001152}"/>
          </ac:spMkLst>
        </pc:spChg>
        <pc:spChg chg="add del">
          <ac:chgData name="Andrea Lucchesi" userId="55048a12-82ae-47e8-a99b-5604122a4ce8" providerId="ADAL" clId="{9D316533-2199-5347-A03E-B92E3EEBDBEA}" dt="2023-05-10T10:24:38.852" v="11990" actId="26606"/>
          <ac:spMkLst>
            <pc:docMk/>
            <pc:sldMk cId="2416852275" sldId="279"/>
            <ac:spMk id="29" creationId="{AB5E08C4-8CDD-4623-A5B8-E998C6DEE3B7}"/>
          </ac:spMkLst>
        </pc:spChg>
        <pc:spChg chg="add del">
          <ac:chgData name="Andrea Lucchesi" userId="55048a12-82ae-47e8-a99b-5604122a4ce8" providerId="ADAL" clId="{9D316533-2199-5347-A03E-B92E3EEBDBEA}" dt="2023-05-10T10:24:38.852" v="11990" actId="26606"/>
          <ac:spMkLst>
            <pc:docMk/>
            <pc:sldMk cId="2416852275" sldId="279"/>
            <ac:spMk id="30" creationId="{15F33878-D502-4FFA-8ACE-F2AECDB2A23F}"/>
          </ac:spMkLst>
        </pc:spChg>
        <pc:spChg chg="del">
          <ac:chgData name="Andrea Lucchesi" userId="55048a12-82ae-47e8-a99b-5604122a4ce8" providerId="ADAL" clId="{9D316533-2199-5347-A03E-B92E3EEBDBEA}" dt="2023-05-10T10:18:01.244" v="11941"/>
          <ac:spMkLst>
            <pc:docMk/>
            <pc:sldMk cId="2416852275" sldId="279"/>
            <ac:spMk id="49" creationId="{2172A0AC-3DCE-4672-BCAF-28FEF91F6020}"/>
          </ac:spMkLst>
        </pc:spChg>
        <pc:spChg chg="del">
          <ac:chgData name="Andrea Lucchesi" userId="55048a12-82ae-47e8-a99b-5604122a4ce8" providerId="ADAL" clId="{9D316533-2199-5347-A03E-B92E3EEBDBEA}" dt="2023-05-10T10:18:01.244" v="11941"/>
          <ac:spMkLst>
            <pc:docMk/>
            <pc:sldMk cId="2416852275" sldId="279"/>
            <ac:spMk id="54" creationId="{AE6F1C77-EDC9-4C5F-8C1C-62DD46BDA3C3}"/>
          </ac:spMkLst>
        </pc:spChg>
        <pc:graphicFrameChg chg="del mod">
          <ac:chgData name="Andrea Lucchesi" userId="55048a12-82ae-47e8-a99b-5604122a4ce8" providerId="ADAL" clId="{9D316533-2199-5347-A03E-B92E3EEBDBEA}" dt="2023-05-10T10:20:00.199" v="11953" actId="478"/>
          <ac:graphicFrameMkLst>
            <pc:docMk/>
            <pc:sldMk cId="2416852275" sldId="279"/>
            <ac:graphicFrameMk id="8" creationId="{0916E6C2-ABF9-0A61-F0C3-4E7028280301}"/>
          </ac:graphicFrameMkLst>
        </pc:graphicFrameChg>
        <pc:graphicFrameChg chg="add del mod modGraphic">
          <ac:chgData name="Andrea Lucchesi" userId="55048a12-82ae-47e8-a99b-5604122a4ce8" providerId="ADAL" clId="{9D316533-2199-5347-A03E-B92E3EEBDBEA}" dt="2023-05-10T10:24:38.847" v="11989" actId="1032"/>
          <ac:graphicFrameMkLst>
            <pc:docMk/>
            <pc:sldMk cId="2416852275" sldId="279"/>
            <ac:graphicFrameMk id="26" creationId="{FC09914E-6F1B-3B82-F830-EF7526846EA5}"/>
          </ac:graphicFrameMkLst>
        </pc:graphicFrameChg>
        <pc:graphicFrameChg chg="add mod modGraphic">
          <ac:chgData name="Andrea Lucchesi" userId="55048a12-82ae-47e8-a99b-5604122a4ce8" providerId="ADAL" clId="{9D316533-2199-5347-A03E-B92E3EEBDBEA}" dt="2023-05-10T11:24:39.596" v="12405"/>
          <ac:graphicFrameMkLst>
            <pc:docMk/>
            <pc:sldMk cId="2416852275" sldId="279"/>
            <ac:graphicFrameMk id="31" creationId="{ECDDF120-97C1-808E-E0FB-DA404A045489}"/>
          </ac:graphicFrameMkLst>
        </pc:graphicFrameChg>
        <pc:graphicFrameChg chg="add mod">
          <ac:chgData name="Andrea Lucchesi" userId="55048a12-82ae-47e8-a99b-5604122a4ce8" providerId="ADAL" clId="{9D316533-2199-5347-A03E-B92E3EEBDBEA}" dt="2023-05-10T10:33:20.139" v="12324" actId="12100"/>
          <ac:graphicFrameMkLst>
            <pc:docMk/>
            <pc:sldMk cId="2416852275" sldId="279"/>
            <ac:graphicFrameMk id="32" creationId="{6B94C706-26E4-ABD4-266F-765B86EF53E7}"/>
          </ac:graphicFrameMkLst>
        </pc:graphicFrameChg>
        <pc:picChg chg="mod">
          <ac:chgData name="Andrea Lucchesi" userId="55048a12-82ae-47e8-a99b-5604122a4ce8" providerId="ADAL" clId="{9D316533-2199-5347-A03E-B92E3EEBDBEA}" dt="2023-05-10T10:24:38.852" v="11990" actId="26606"/>
          <ac:picMkLst>
            <pc:docMk/>
            <pc:sldMk cId="2416852275" sldId="279"/>
            <ac:picMk id="3" creationId="{9417850F-D79C-1EBB-9536-815D4CDA29C8}"/>
          </ac:picMkLst>
        </pc:picChg>
        <pc:picChg chg="mod ord">
          <ac:chgData name="Andrea Lucchesi" userId="55048a12-82ae-47e8-a99b-5604122a4ce8" providerId="ADAL" clId="{9D316533-2199-5347-A03E-B92E3EEBDBEA}" dt="2023-05-10T10:24:38.852" v="11990" actId="26606"/>
          <ac:picMkLst>
            <pc:docMk/>
            <pc:sldMk cId="2416852275" sldId="279"/>
            <ac:picMk id="9" creationId="{71D25D5E-F18E-D802-A2B4-3042D7549998}"/>
          </ac:picMkLst>
        </pc:picChg>
        <pc:picChg chg="add mod">
          <ac:chgData name="Andrea Lucchesi" userId="55048a12-82ae-47e8-a99b-5604122a4ce8" providerId="ADAL" clId="{9D316533-2199-5347-A03E-B92E3EEBDBEA}" dt="2023-05-10T10:34:32.373" v="12334" actId="1076"/>
          <ac:picMkLst>
            <pc:docMk/>
            <pc:sldMk cId="2416852275" sldId="279"/>
            <ac:picMk id="33" creationId="{BD333004-C43D-0725-1DB1-99F38101714E}"/>
          </ac:picMkLst>
        </pc:picChg>
        <pc:cxnChg chg="add del">
          <ac:chgData name="Andrea Lucchesi" userId="55048a12-82ae-47e8-a99b-5604122a4ce8" providerId="ADAL" clId="{9D316533-2199-5347-A03E-B92E3EEBDBEA}" dt="2023-05-10T10:20:30.486" v="11957" actId="26606"/>
          <ac:cxnSpMkLst>
            <pc:docMk/>
            <pc:sldMk cId="2416852275" sldId="279"/>
            <ac:cxnSpMk id="22" creationId="{C41BAEC7-F7B0-4224-8B18-8F74B7D87F0B}"/>
          </ac:cxnSpMkLst>
        </pc:cxnChg>
      </pc:sldChg>
      <pc:sldChg chg="addSp delSp modSp add del mod setBg delDesignElem">
        <pc:chgData name="Andrea Lucchesi" userId="55048a12-82ae-47e8-a99b-5604122a4ce8" providerId="ADAL" clId="{9D316533-2199-5347-A03E-B92E3EEBDBEA}" dt="2023-05-10T11:26:43.932" v="12412" actId="2696"/>
        <pc:sldMkLst>
          <pc:docMk/>
          <pc:sldMk cId="2670152811" sldId="280"/>
        </pc:sldMkLst>
        <pc:spChg chg="add mod">
          <ac:chgData name="Andrea Lucchesi" userId="55048a12-82ae-47e8-a99b-5604122a4ce8" providerId="ADAL" clId="{9D316533-2199-5347-A03E-B92E3EEBDBEA}" dt="2023-05-10T10:45:51.628" v="12355"/>
          <ac:spMkLst>
            <pc:docMk/>
            <pc:sldMk cId="2670152811" sldId="280"/>
            <ac:spMk id="6" creationId="{85C2BA74-7BBC-995A-8DF5-D8517AF60998}"/>
          </ac:spMkLst>
        </pc:spChg>
        <pc:spChg chg="mod">
          <ac:chgData name="Andrea Lucchesi" userId="55048a12-82ae-47e8-a99b-5604122a4ce8" providerId="ADAL" clId="{9D316533-2199-5347-A03E-B92E3EEBDBEA}" dt="2023-05-10T10:45:23.179" v="12352" actId="26606"/>
          <ac:spMkLst>
            <pc:docMk/>
            <pc:sldMk cId="2670152811" sldId="280"/>
            <ac:spMk id="7" creationId="{EADBC930-41DF-70B4-D430-4F65A4563D87}"/>
          </ac:spMkLst>
        </pc:spChg>
        <pc:spChg chg="add mod">
          <ac:chgData name="Andrea Lucchesi" userId="55048a12-82ae-47e8-a99b-5604122a4ce8" providerId="ADAL" clId="{9D316533-2199-5347-A03E-B92E3EEBDBEA}" dt="2023-05-10T10:45:51.628" v="12355"/>
          <ac:spMkLst>
            <pc:docMk/>
            <pc:sldMk cId="2670152811" sldId="280"/>
            <ac:spMk id="11" creationId="{2ABF5E18-BEEF-BC84-1BC5-A184FBD01A7E}"/>
          </ac:spMkLst>
        </pc:spChg>
        <pc:spChg chg="add del">
          <ac:chgData name="Andrea Lucchesi" userId="55048a12-82ae-47e8-a99b-5604122a4ce8" providerId="ADAL" clId="{9D316533-2199-5347-A03E-B92E3EEBDBEA}" dt="2023-05-10T10:45:00.638" v="12346" actId="26606"/>
          <ac:spMkLst>
            <pc:docMk/>
            <pc:sldMk cId="2670152811" sldId="280"/>
            <ac:spMk id="13" creationId="{20366137-3DBB-4912-98D5-6727020207DE}"/>
          </ac:spMkLst>
        </pc:spChg>
        <pc:spChg chg="add del">
          <ac:chgData name="Andrea Lucchesi" userId="55048a12-82ae-47e8-a99b-5604122a4ce8" providerId="ADAL" clId="{9D316533-2199-5347-A03E-B92E3EEBDBEA}" dt="2023-05-10T10:45:00.638" v="12346" actId="26606"/>
          <ac:spMkLst>
            <pc:docMk/>
            <pc:sldMk cId="2670152811" sldId="280"/>
            <ac:spMk id="15" creationId="{5D28D1CE-5BF4-45B7-8D6D-B31A3198079C}"/>
          </ac:spMkLst>
        </pc:spChg>
        <pc:spChg chg="add del">
          <ac:chgData name="Andrea Lucchesi" userId="55048a12-82ae-47e8-a99b-5604122a4ce8" providerId="ADAL" clId="{9D316533-2199-5347-A03E-B92E3EEBDBEA}" dt="2023-05-10T10:45:23.238" v="12353" actId="26606"/>
          <ac:spMkLst>
            <pc:docMk/>
            <pc:sldMk cId="2670152811" sldId="280"/>
            <ac:spMk id="17" creationId="{2172A0AC-3DCE-4672-BCAF-28FEF91F6020}"/>
          </ac:spMkLst>
        </pc:spChg>
        <pc:spChg chg="add del">
          <ac:chgData name="Andrea Lucchesi" userId="55048a12-82ae-47e8-a99b-5604122a4ce8" providerId="ADAL" clId="{9D316533-2199-5347-A03E-B92E3EEBDBEA}" dt="2023-05-10T10:45:23.238" v="12353" actId="26606"/>
          <ac:spMkLst>
            <pc:docMk/>
            <pc:sldMk cId="2670152811" sldId="280"/>
            <ac:spMk id="18" creationId="{AE6F1C77-EDC9-4C5F-8C1C-62DD46BDA3C3}"/>
          </ac:spMkLst>
        </pc:spChg>
        <pc:spChg chg="add del">
          <ac:chgData name="Andrea Lucchesi" userId="55048a12-82ae-47e8-a99b-5604122a4ce8" providerId="ADAL" clId="{9D316533-2199-5347-A03E-B92E3EEBDBEA}" dt="2023-05-10T10:45:20.798" v="12350" actId="26606"/>
          <ac:spMkLst>
            <pc:docMk/>
            <pc:sldMk cId="2670152811" sldId="280"/>
            <ac:spMk id="23" creationId="{2172A0AC-3DCE-4672-BCAF-28FEF91F6020}"/>
          </ac:spMkLst>
        </pc:spChg>
        <pc:spChg chg="add del">
          <ac:chgData name="Andrea Lucchesi" userId="55048a12-82ae-47e8-a99b-5604122a4ce8" providerId="ADAL" clId="{9D316533-2199-5347-A03E-B92E3EEBDBEA}" dt="2023-05-10T10:45:20.798" v="12350" actId="26606"/>
          <ac:spMkLst>
            <pc:docMk/>
            <pc:sldMk cId="2670152811" sldId="280"/>
            <ac:spMk id="25" creationId="{AE6F1C77-EDC9-4C5F-8C1C-62DD46BDA3C3}"/>
          </ac:spMkLst>
        </pc:spChg>
        <pc:spChg chg="add del">
          <ac:chgData name="Andrea Lucchesi" userId="55048a12-82ae-47e8-a99b-5604122a4ce8" providerId="ADAL" clId="{9D316533-2199-5347-A03E-B92E3EEBDBEA}" dt="2023-05-10T10:45:23.179" v="12352" actId="26606"/>
          <ac:spMkLst>
            <pc:docMk/>
            <pc:sldMk cId="2670152811" sldId="280"/>
            <ac:spMk id="27" creationId="{AAB8EDC3-1C0D-4505-A2C7-839A5161FB53}"/>
          </ac:spMkLst>
        </pc:spChg>
        <pc:spChg chg="add del">
          <ac:chgData name="Andrea Lucchesi" userId="55048a12-82ae-47e8-a99b-5604122a4ce8" providerId="ADAL" clId="{9D316533-2199-5347-A03E-B92E3EEBDBEA}" dt="2023-05-10T10:45:23.179" v="12352" actId="26606"/>
          <ac:spMkLst>
            <pc:docMk/>
            <pc:sldMk cId="2670152811" sldId="280"/>
            <ac:spMk id="28" creationId="{2069E294-3813-4588-9E9C-AEA08F9C4DA1}"/>
          </ac:spMkLst>
        </pc:spChg>
        <pc:spChg chg="add">
          <ac:chgData name="Andrea Lucchesi" userId="55048a12-82ae-47e8-a99b-5604122a4ce8" providerId="ADAL" clId="{9D316533-2199-5347-A03E-B92E3EEBDBEA}" dt="2023-05-10T10:45:23.238" v="12353" actId="26606"/>
          <ac:spMkLst>
            <pc:docMk/>
            <pc:sldMk cId="2670152811" sldId="280"/>
            <ac:spMk id="30" creationId="{2172A0AC-3DCE-4672-BCAF-28FEF91F6020}"/>
          </ac:spMkLst>
        </pc:spChg>
        <pc:spChg chg="add">
          <ac:chgData name="Andrea Lucchesi" userId="55048a12-82ae-47e8-a99b-5604122a4ce8" providerId="ADAL" clId="{9D316533-2199-5347-A03E-B92E3EEBDBEA}" dt="2023-05-10T10:45:23.238" v="12353" actId="26606"/>
          <ac:spMkLst>
            <pc:docMk/>
            <pc:sldMk cId="2670152811" sldId="280"/>
            <ac:spMk id="31" creationId="{AE6F1C77-EDC9-4C5F-8C1C-62DD46BDA3C3}"/>
          </ac:spMkLst>
        </pc:spChg>
        <pc:spChg chg="del">
          <ac:chgData name="Andrea Lucchesi" userId="55048a12-82ae-47e8-a99b-5604122a4ce8" providerId="ADAL" clId="{9D316533-2199-5347-A03E-B92E3EEBDBEA}" dt="2023-05-10T10:44:05.878" v="12338"/>
          <ac:spMkLst>
            <pc:docMk/>
            <pc:sldMk cId="2670152811" sldId="280"/>
            <ac:spMk id="49" creationId="{2172A0AC-3DCE-4672-BCAF-28FEF91F6020}"/>
          </ac:spMkLst>
        </pc:spChg>
        <pc:spChg chg="del">
          <ac:chgData name="Andrea Lucchesi" userId="55048a12-82ae-47e8-a99b-5604122a4ce8" providerId="ADAL" clId="{9D316533-2199-5347-A03E-B92E3EEBDBEA}" dt="2023-05-10T10:44:05.878" v="12338"/>
          <ac:spMkLst>
            <pc:docMk/>
            <pc:sldMk cId="2670152811" sldId="280"/>
            <ac:spMk id="54" creationId="{AE6F1C77-EDC9-4C5F-8C1C-62DD46BDA3C3}"/>
          </ac:spMkLst>
        </pc:spChg>
        <pc:grpChg chg="add del mod">
          <ac:chgData name="Andrea Lucchesi" userId="55048a12-82ae-47e8-a99b-5604122a4ce8" providerId="ADAL" clId="{9D316533-2199-5347-A03E-B92E3EEBDBEA}" dt="2023-05-10T10:46:08.637" v="12357" actId="478"/>
          <ac:grpSpMkLst>
            <pc:docMk/>
            <pc:sldMk cId="2670152811" sldId="280"/>
            <ac:grpSpMk id="5" creationId="{081CD5F5-29A0-E0A5-13CB-B506E445839A}"/>
          </ac:grpSpMkLst>
        </pc:grpChg>
        <pc:graphicFrameChg chg="del mod ord modGraphic">
          <ac:chgData name="Andrea Lucchesi" userId="55048a12-82ae-47e8-a99b-5604122a4ce8" providerId="ADAL" clId="{9D316533-2199-5347-A03E-B92E3EEBDBEA}" dt="2023-05-10T10:45:50.515" v="12354" actId="478"/>
          <ac:graphicFrameMkLst>
            <pc:docMk/>
            <pc:sldMk cId="2670152811" sldId="280"/>
            <ac:graphicFrameMk id="8" creationId="{0916E6C2-ABF9-0A61-F0C3-4E7028280301}"/>
          </ac:graphicFrameMkLst>
        </pc:graphicFrameChg>
        <pc:graphicFrameChg chg="add mod">
          <ac:chgData name="Andrea Lucchesi" userId="55048a12-82ae-47e8-a99b-5604122a4ce8" providerId="ADAL" clId="{9D316533-2199-5347-A03E-B92E3EEBDBEA}" dt="2023-05-10T10:47:39.193" v="12384" actId="1076"/>
          <ac:graphicFrameMkLst>
            <pc:docMk/>
            <pc:sldMk cId="2670152811" sldId="280"/>
            <ac:graphicFrameMk id="12" creationId="{7413964B-3070-087D-D3E1-86B48A901E2C}"/>
          </ac:graphicFrameMkLst>
        </pc:graphicFrameChg>
        <pc:graphicFrameChg chg="add mod">
          <ac:chgData name="Andrea Lucchesi" userId="55048a12-82ae-47e8-a99b-5604122a4ce8" providerId="ADAL" clId="{9D316533-2199-5347-A03E-B92E3EEBDBEA}" dt="2023-05-10T10:47:34.190" v="12383" actId="1076"/>
          <ac:graphicFrameMkLst>
            <pc:docMk/>
            <pc:sldMk cId="2670152811" sldId="280"/>
            <ac:graphicFrameMk id="14" creationId="{C9BB1EA9-164A-559F-D181-B8A1A4FCAD88}"/>
          </ac:graphicFrameMkLst>
        </pc:graphicFrameChg>
        <pc:picChg chg="mod ord">
          <ac:chgData name="Andrea Lucchesi" userId="55048a12-82ae-47e8-a99b-5604122a4ce8" providerId="ADAL" clId="{9D316533-2199-5347-A03E-B92E3EEBDBEA}" dt="2023-05-10T10:47:30.343" v="12382" actId="1076"/>
          <ac:picMkLst>
            <pc:docMk/>
            <pc:sldMk cId="2670152811" sldId="280"/>
            <ac:picMk id="3" creationId="{9417850F-D79C-1EBB-9536-815D4CDA29C8}"/>
          </ac:picMkLst>
        </pc:picChg>
        <pc:picChg chg="add mod">
          <ac:chgData name="Andrea Lucchesi" userId="55048a12-82ae-47e8-a99b-5604122a4ce8" providerId="ADAL" clId="{9D316533-2199-5347-A03E-B92E3EEBDBEA}" dt="2023-05-10T10:48:00.328" v="12387" actId="167"/>
          <ac:picMkLst>
            <pc:docMk/>
            <pc:sldMk cId="2670152811" sldId="280"/>
            <ac:picMk id="4" creationId="{E87BEC65-B38C-82FB-0FD8-32829300CF50}"/>
          </ac:picMkLst>
        </pc:picChg>
        <pc:picChg chg="del">
          <ac:chgData name="Andrea Lucchesi" userId="55048a12-82ae-47e8-a99b-5604122a4ce8" providerId="ADAL" clId="{9D316533-2199-5347-A03E-B92E3EEBDBEA}" dt="2023-05-10T10:44:15.882" v="12339" actId="478"/>
          <ac:picMkLst>
            <pc:docMk/>
            <pc:sldMk cId="2670152811" sldId="280"/>
            <ac:picMk id="9" creationId="{71D25D5E-F18E-D802-A2B4-3042D7549998}"/>
          </ac:picMkLst>
        </pc:picChg>
        <pc:picChg chg="del">
          <ac:chgData name="Andrea Lucchesi" userId="55048a12-82ae-47e8-a99b-5604122a4ce8" providerId="ADAL" clId="{9D316533-2199-5347-A03E-B92E3EEBDBEA}" dt="2023-05-10T10:44:24.121" v="12341" actId="478"/>
          <ac:picMkLst>
            <pc:docMk/>
            <pc:sldMk cId="2670152811" sldId="280"/>
            <ac:picMk id="10" creationId="{DB981A68-5526-9DEB-4046-67ECFBED8277}"/>
          </ac:picMkLst>
        </pc:picChg>
        <pc:picChg chg="add mod">
          <ac:chgData name="Andrea Lucchesi" userId="55048a12-82ae-47e8-a99b-5604122a4ce8" providerId="ADAL" clId="{9D316533-2199-5347-A03E-B92E3EEBDBEA}" dt="2023-05-10T10:48:10.552" v="12388" actId="1076"/>
          <ac:picMkLst>
            <pc:docMk/>
            <pc:sldMk cId="2670152811" sldId="280"/>
            <ac:picMk id="16" creationId="{3AAD9FFD-C6C1-2F93-0473-4D45C8F71EB3}"/>
          </ac:picMkLst>
        </pc:picChg>
      </pc:sldChg>
      <pc:sldChg chg="add del">
        <pc:chgData name="Andrea Lucchesi" userId="55048a12-82ae-47e8-a99b-5604122a4ce8" providerId="ADAL" clId="{9D316533-2199-5347-A03E-B92E3EEBDBEA}" dt="2023-05-10T11:32:20.855" v="12490" actId="2696"/>
        <pc:sldMkLst>
          <pc:docMk/>
          <pc:sldMk cId="3265452806" sldId="281"/>
        </pc:sldMkLst>
      </pc:sldChg>
      <pc:sldChg chg="addSp delSp modSp add mod ord modTransition">
        <pc:chgData name="Andrea Lucchesi" userId="55048a12-82ae-47e8-a99b-5604122a4ce8" providerId="ADAL" clId="{9D316533-2199-5347-A03E-B92E3EEBDBEA}" dt="2023-05-16T20:17:16.004" v="20994" actId="20577"/>
        <pc:sldMkLst>
          <pc:docMk/>
          <pc:sldMk cId="858837257" sldId="282"/>
        </pc:sldMkLst>
        <pc:spChg chg="add mod">
          <ac:chgData name="Andrea Lucchesi" userId="55048a12-82ae-47e8-a99b-5604122a4ce8" providerId="ADAL" clId="{9D316533-2199-5347-A03E-B92E3EEBDBEA}" dt="2023-05-16T20:17:16.004" v="20994" actId="20577"/>
          <ac:spMkLst>
            <pc:docMk/>
            <pc:sldMk cId="858837257" sldId="282"/>
            <ac:spMk id="5" creationId="{655A8FF1-13D7-9AC2-BD06-E01CF6F2FA51}"/>
          </ac:spMkLst>
        </pc:spChg>
        <pc:spChg chg="del">
          <ac:chgData name="Andrea Lucchesi" userId="55048a12-82ae-47e8-a99b-5604122a4ce8" providerId="ADAL" clId="{9D316533-2199-5347-A03E-B92E3EEBDBEA}" dt="2023-05-10T11:27:17.141" v="12420" actId="478"/>
          <ac:spMkLst>
            <pc:docMk/>
            <pc:sldMk cId="858837257" sldId="282"/>
            <ac:spMk id="5" creationId="{AA8A15AE-AB28-23E9-A6B2-98662DB2F4CB}"/>
          </ac:spMkLst>
        </pc:spChg>
        <pc:spChg chg="mod">
          <ac:chgData name="Andrea Lucchesi" userId="55048a12-82ae-47e8-a99b-5604122a4ce8" providerId="ADAL" clId="{9D316533-2199-5347-A03E-B92E3EEBDBEA}" dt="2023-05-14T11:07:29.960" v="19364" actId="1076"/>
          <ac:spMkLst>
            <pc:docMk/>
            <pc:sldMk cId="858837257" sldId="282"/>
            <ac:spMk id="7" creationId="{EADBC930-41DF-70B4-D430-4F65A4563D87}"/>
          </ac:spMkLst>
        </pc:spChg>
        <pc:graphicFrameChg chg="add del mod modGraphic">
          <ac:chgData name="Andrea Lucchesi" userId="55048a12-82ae-47e8-a99b-5604122a4ce8" providerId="ADAL" clId="{9D316533-2199-5347-A03E-B92E3EEBDBEA}" dt="2023-05-14T11:01:02.608" v="19032" actId="478"/>
          <ac:graphicFrameMkLst>
            <pc:docMk/>
            <pc:sldMk cId="858837257" sldId="282"/>
            <ac:graphicFrameMk id="2" creationId="{CF1AFA24-0197-99B0-E540-485555BC1EFA}"/>
          </ac:graphicFrameMkLst>
        </pc:graphicFrameChg>
        <pc:graphicFrameChg chg="del mod">
          <ac:chgData name="Andrea Lucchesi" userId="55048a12-82ae-47e8-a99b-5604122a4ce8" providerId="ADAL" clId="{9D316533-2199-5347-A03E-B92E3EEBDBEA}" dt="2023-05-10T11:27:09.324" v="12417" actId="478"/>
          <ac:graphicFrameMkLst>
            <pc:docMk/>
            <pc:sldMk cId="858837257" sldId="282"/>
            <ac:graphicFrameMk id="8" creationId="{19C5FEE4-57A3-2D72-EFBE-D990E3E975ED}"/>
          </ac:graphicFrameMkLst>
        </pc:graphicFrameChg>
        <pc:graphicFrameChg chg="del">
          <ac:chgData name="Andrea Lucchesi" userId="55048a12-82ae-47e8-a99b-5604122a4ce8" providerId="ADAL" clId="{9D316533-2199-5347-A03E-B92E3EEBDBEA}" dt="2023-05-10T11:27:12.508" v="12418" actId="478"/>
          <ac:graphicFrameMkLst>
            <pc:docMk/>
            <pc:sldMk cId="858837257" sldId="282"/>
            <ac:graphicFrameMk id="11" creationId="{05681CEE-E13F-9EC0-30F3-6D1C91B574A3}"/>
          </ac:graphicFrameMkLst>
        </pc:graphicFrameChg>
        <pc:picChg chg="mod">
          <ac:chgData name="Andrea Lucchesi" userId="55048a12-82ae-47e8-a99b-5604122a4ce8" providerId="ADAL" clId="{9D316533-2199-5347-A03E-B92E3EEBDBEA}" dt="2023-05-10T14:05:21.065" v="13704" actId="1076"/>
          <ac:picMkLst>
            <pc:docMk/>
            <pc:sldMk cId="858837257" sldId="282"/>
            <ac:picMk id="3" creationId="{9417850F-D79C-1EBB-9536-815D4CDA29C8}"/>
          </ac:picMkLst>
        </pc:picChg>
        <pc:picChg chg="mod">
          <ac:chgData name="Andrea Lucchesi" userId="55048a12-82ae-47e8-a99b-5604122a4ce8" providerId="ADAL" clId="{9D316533-2199-5347-A03E-B92E3EEBDBEA}" dt="2023-05-10T14:03:38.622" v="13665" actId="1076"/>
          <ac:picMkLst>
            <pc:docMk/>
            <pc:sldMk cId="858837257" sldId="282"/>
            <ac:picMk id="4" creationId="{49800CB8-5653-D544-9B18-DE09FAAEAF50}"/>
          </ac:picMkLst>
        </pc:picChg>
        <pc:picChg chg="mod">
          <ac:chgData name="Andrea Lucchesi" userId="55048a12-82ae-47e8-a99b-5604122a4ce8" providerId="ADAL" clId="{9D316533-2199-5347-A03E-B92E3EEBDBEA}" dt="2023-05-10T16:52:29.590" v="13845" actId="167"/>
          <ac:picMkLst>
            <pc:docMk/>
            <pc:sldMk cId="858837257" sldId="282"/>
            <ac:picMk id="13" creationId="{867AD6E9-6547-19AC-1A59-518D46D1B97A}"/>
          </ac:picMkLst>
        </pc:picChg>
      </pc:sldChg>
      <pc:sldChg chg="addSp delSp modSp new mod modTransition setBg">
        <pc:chgData name="Andrea Lucchesi" userId="55048a12-82ae-47e8-a99b-5604122a4ce8" providerId="ADAL" clId="{9D316533-2199-5347-A03E-B92E3EEBDBEA}" dt="2023-05-16T16:30:36.237" v="20861" actId="1076"/>
        <pc:sldMkLst>
          <pc:docMk/>
          <pc:sldMk cId="2803945186" sldId="283"/>
        </pc:sldMkLst>
        <pc:spChg chg="mod ord">
          <ac:chgData name="Andrea Lucchesi" userId="55048a12-82ae-47e8-a99b-5604122a4ce8" providerId="ADAL" clId="{9D316533-2199-5347-A03E-B92E3EEBDBEA}" dt="2023-05-10T17:41:41.478" v="14154" actId="26606"/>
          <ac:spMkLst>
            <pc:docMk/>
            <pc:sldMk cId="2803945186" sldId="283"/>
            <ac:spMk id="2" creationId="{11F6C0A0-0F29-67E0-474E-BBFD7EFB2EB2}"/>
          </ac:spMkLst>
        </pc:spChg>
        <pc:spChg chg="add mod">
          <ac:chgData name="Andrea Lucchesi" userId="55048a12-82ae-47e8-a99b-5604122a4ce8" providerId="ADAL" clId="{9D316533-2199-5347-A03E-B92E3EEBDBEA}" dt="2023-05-16T16:27:13.065" v="20829" actId="1076"/>
          <ac:spMkLst>
            <pc:docMk/>
            <pc:sldMk cId="2803945186" sldId="283"/>
            <ac:spMk id="3" creationId="{0373622A-16FC-A627-042C-6B4F10C3D577}"/>
          </ac:spMkLst>
        </pc:spChg>
        <pc:spChg chg="del mod">
          <ac:chgData name="Andrea Lucchesi" userId="55048a12-82ae-47e8-a99b-5604122a4ce8" providerId="ADAL" clId="{9D316533-2199-5347-A03E-B92E3EEBDBEA}" dt="2023-05-10T17:40:09.824" v="14147" actId="26606"/>
          <ac:spMkLst>
            <pc:docMk/>
            <pc:sldMk cId="2803945186" sldId="283"/>
            <ac:spMk id="3" creationId="{DB108537-AAC1-4A3A-BDD0-5DE933E22F3E}"/>
          </ac:spMkLst>
        </pc:spChg>
        <pc:spChg chg="add mod">
          <ac:chgData name="Andrea Lucchesi" userId="55048a12-82ae-47e8-a99b-5604122a4ce8" providerId="ADAL" clId="{9D316533-2199-5347-A03E-B92E3EEBDBEA}" dt="2023-05-16T16:29:52.891" v="20846" actId="14100"/>
          <ac:spMkLst>
            <pc:docMk/>
            <pc:sldMk cId="2803945186" sldId="283"/>
            <ac:spMk id="5" creationId="{FC0BB902-7A0C-BB1A-791B-7492EFF6E50A}"/>
          </ac:spMkLst>
        </pc:spChg>
        <pc:spChg chg="add mod">
          <ac:chgData name="Andrea Lucchesi" userId="55048a12-82ae-47e8-a99b-5604122a4ce8" providerId="ADAL" clId="{9D316533-2199-5347-A03E-B92E3EEBDBEA}" dt="2023-05-16T16:27:31.005" v="20832"/>
          <ac:spMkLst>
            <pc:docMk/>
            <pc:sldMk cId="2803945186" sldId="283"/>
            <ac:spMk id="8" creationId="{8CF1E4BA-0B42-1E46-819F-47A2FC6A858D}"/>
          </ac:spMkLst>
        </pc:spChg>
        <pc:spChg chg="add del">
          <ac:chgData name="Andrea Lucchesi" userId="55048a12-82ae-47e8-a99b-5604122a4ce8" providerId="ADAL" clId="{9D316533-2199-5347-A03E-B92E3EEBDBEA}" dt="2023-05-10T17:41:41.478" v="14154" actId="26606"/>
          <ac:spMkLst>
            <pc:docMk/>
            <pc:sldMk cId="2803945186" sldId="283"/>
            <ac:spMk id="9" creationId="{37C89E4B-3C9F-44B9-8B86-D9E3D112D8EC}"/>
          </ac:spMkLst>
        </pc:spChg>
        <pc:spChg chg="add del">
          <ac:chgData name="Andrea Lucchesi" userId="55048a12-82ae-47e8-a99b-5604122a4ce8" providerId="ADAL" clId="{9D316533-2199-5347-A03E-B92E3EEBDBEA}" dt="2023-05-10T17:41:41.478" v="14154" actId="26606"/>
          <ac:spMkLst>
            <pc:docMk/>
            <pc:sldMk cId="2803945186" sldId="283"/>
            <ac:spMk id="18" creationId="{1707FC24-6981-43D9-B525-C7832BA22463}"/>
          </ac:spMkLst>
        </pc:spChg>
        <pc:picChg chg="add mod">
          <ac:chgData name="Andrea Lucchesi" userId="55048a12-82ae-47e8-a99b-5604122a4ce8" providerId="ADAL" clId="{9D316533-2199-5347-A03E-B92E3EEBDBEA}" dt="2023-05-16T16:27:15.477" v="20831" actId="1076"/>
          <ac:picMkLst>
            <pc:docMk/>
            <pc:sldMk cId="2803945186" sldId="283"/>
            <ac:picMk id="4" creationId="{0A8C0F61-50A1-8171-4620-E1E29456D955}"/>
          </ac:picMkLst>
        </pc:picChg>
        <pc:picChg chg="add del mod">
          <ac:chgData name="Andrea Lucchesi" userId="55048a12-82ae-47e8-a99b-5604122a4ce8" providerId="ADAL" clId="{9D316533-2199-5347-A03E-B92E3EEBDBEA}" dt="2023-05-10T17:41:10.110" v="14151" actId="478"/>
          <ac:picMkLst>
            <pc:docMk/>
            <pc:sldMk cId="2803945186" sldId="283"/>
            <ac:picMk id="5" creationId="{2C7F3F34-646D-DDDC-AC28-5D05A6A3B515}"/>
          </ac:picMkLst>
        </pc:picChg>
        <pc:picChg chg="add del mod">
          <ac:chgData name="Andrea Lucchesi" userId="55048a12-82ae-47e8-a99b-5604122a4ce8" providerId="ADAL" clId="{9D316533-2199-5347-A03E-B92E3EEBDBEA}" dt="2023-05-16T16:30:22.744" v="20858" actId="478"/>
          <ac:picMkLst>
            <pc:docMk/>
            <pc:sldMk cId="2803945186" sldId="283"/>
            <ac:picMk id="6" creationId="{68D23FBF-F258-E6A2-CBBD-4DD5BCF1093D}"/>
          </ac:picMkLst>
        </pc:picChg>
        <pc:picChg chg="add mod">
          <ac:chgData name="Andrea Lucchesi" userId="55048a12-82ae-47e8-a99b-5604122a4ce8" providerId="ADAL" clId="{9D316533-2199-5347-A03E-B92E3EEBDBEA}" dt="2023-05-10T17:42:19.073" v="14160" actId="1076"/>
          <ac:picMkLst>
            <pc:docMk/>
            <pc:sldMk cId="2803945186" sldId="283"/>
            <ac:picMk id="7" creationId="{339DCCC1-2EC5-8D42-AC72-B7900A555199}"/>
          </ac:picMkLst>
        </pc:picChg>
        <pc:picChg chg="add mod">
          <ac:chgData name="Andrea Lucchesi" userId="55048a12-82ae-47e8-a99b-5604122a4ce8" providerId="ADAL" clId="{9D316533-2199-5347-A03E-B92E3EEBDBEA}" dt="2023-05-16T16:30:36.237" v="20861" actId="1076"/>
          <ac:picMkLst>
            <pc:docMk/>
            <pc:sldMk cId="2803945186" sldId="283"/>
            <ac:picMk id="10" creationId="{9CF7F269-6BE6-5B1A-863E-4578984E2C03}"/>
          </ac:picMkLst>
        </pc:picChg>
        <pc:cxnChg chg="add del">
          <ac:chgData name="Andrea Lucchesi" userId="55048a12-82ae-47e8-a99b-5604122a4ce8" providerId="ADAL" clId="{9D316533-2199-5347-A03E-B92E3EEBDBEA}" dt="2023-05-10T17:41:41.478" v="14154" actId="26606"/>
          <ac:cxnSpMkLst>
            <pc:docMk/>
            <pc:sldMk cId="2803945186" sldId="283"/>
            <ac:cxnSpMk id="11" creationId="{AA2EAA10-076F-46BD-8F0F-B9A2FB77A85C}"/>
          </ac:cxnSpMkLst>
        </pc:cxnChg>
        <pc:cxnChg chg="add del">
          <ac:chgData name="Andrea Lucchesi" userId="55048a12-82ae-47e8-a99b-5604122a4ce8" providerId="ADAL" clId="{9D316533-2199-5347-A03E-B92E3EEBDBEA}" dt="2023-05-10T17:41:41.478" v="14154" actId="26606"/>
          <ac:cxnSpMkLst>
            <pc:docMk/>
            <pc:sldMk cId="2803945186" sldId="283"/>
            <ac:cxnSpMk id="13" creationId="{D891E407-403B-4764-86C9-33A56D3BCAA3}"/>
          </ac:cxnSpMkLst>
        </pc:cxnChg>
      </pc:sldChg>
      <pc:sldChg chg="addSp delSp modSp add mod modTransition setBg">
        <pc:chgData name="Andrea Lucchesi" userId="55048a12-82ae-47e8-a99b-5604122a4ce8" providerId="ADAL" clId="{9D316533-2199-5347-A03E-B92E3EEBDBEA}" dt="2023-05-16T20:08:41.295" v="20939" actId="20577"/>
        <pc:sldMkLst>
          <pc:docMk/>
          <pc:sldMk cId="37698747" sldId="284"/>
        </pc:sldMkLst>
        <pc:spChg chg="del mod">
          <ac:chgData name="Andrea Lucchesi" userId="55048a12-82ae-47e8-a99b-5604122a4ce8" providerId="ADAL" clId="{9D316533-2199-5347-A03E-B92E3EEBDBEA}" dt="2023-05-10T13:05:30.520" v="12732" actId="478"/>
          <ac:spMkLst>
            <pc:docMk/>
            <pc:sldMk cId="37698747" sldId="284"/>
            <ac:spMk id="5" creationId="{FEC61047-9009-D66F-EA03-7BBBCA3CA2A2}"/>
          </ac:spMkLst>
        </pc:spChg>
        <pc:spChg chg="del mod">
          <ac:chgData name="Andrea Lucchesi" userId="55048a12-82ae-47e8-a99b-5604122a4ce8" providerId="ADAL" clId="{9D316533-2199-5347-A03E-B92E3EEBDBEA}" dt="2023-05-10T13:05:12.645" v="12728" actId="478"/>
          <ac:spMkLst>
            <pc:docMk/>
            <pc:sldMk cId="37698747" sldId="284"/>
            <ac:spMk id="7" creationId="{EADBC930-41DF-70B4-D430-4F65A4563D87}"/>
          </ac:spMkLst>
        </pc:spChg>
        <pc:spChg chg="add del mod">
          <ac:chgData name="Andrea Lucchesi" userId="55048a12-82ae-47e8-a99b-5604122a4ce8" providerId="ADAL" clId="{9D316533-2199-5347-A03E-B92E3EEBDBEA}" dt="2023-05-10T13:05:23.894" v="12729"/>
          <ac:spMkLst>
            <pc:docMk/>
            <pc:sldMk cId="37698747" sldId="284"/>
            <ac:spMk id="9" creationId="{1AF3BD2E-09AB-2C1F-4FC0-5CC2AB2420A6}"/>
          </ac:spMkLst>
        </pc:spChg>
        <pc:spChg chg="add del mod">
          <ac:chgData name="Andrea Lucchesi" userId="55048a12-82ae-47e8-a99b-5604122a4ce8" providerId="ADAL" clId="{9D316533-2199-5347-A03E-B92E3EEBDBEA}" dt="2023-05-10T13:24:47.724" v="12835" actId="478"/>
          <ac:spMkLst>
            <pc:docMk/>
            <pc:sldMk cId="37698747" sldId="284"/>
            <ac:spMk id="10" creationId="{E0C38C5E-88D4-7E34-4F2A-A213C3F0DCCD}"/>
          </ac:spMkLst>
        </pc:spChg>
        <pc:spChg chg="add mod">
          <ac:chgData name="Andrea Lucchesi" userId="55048a12-82ae-47e8-a99b-5604122a4ce8" providerId="ADAL" clId="{9D316533-2199-5347-A03E-B92E3EEBDBEA}" dt="2023-05-16T20:08:41.295" v="20939" actId="20577"/>
          <ac:spMkLst>
            <pc:docMk/>
            <pc:sldMk cId="37698747" sldId="284"/>
            <ac:spMk id="13" creationId="{FCD0EB73-7A60-B9C1-BB6D-15941CAF42E6}"/>
          </ac:spMkLst>
        </pc:spChg>
        <pc:spChg chg="add del mod">
          <ac:chgData name="Andrea Lucchesi" userId="55048a12-82ae-47e8-a99b-5604122a4ce8" providerId="ADAL" clId="{9D316533-2199-5347-A03E-B92E3EEBDBEA}" dt="2023-05-10T13:25:07.502" v="12893" actId="478"/>
          <ac:spMkLst>
            <pc:docMk/>
            <pc:sldMk cId="37698747" sldId="284"/>
            <ac:spMk id="15" creationId="{F5DB4378-85CF-F95C-558E-AF06738E86F5}"/>
          </ac:spMkLst>
        </pc:spChg>
        <pc:spChg chg="add mod">
          <ac:chgData name="Andrea Lucchesi" userId="55048a12-82ae-47e8-a99b-5604122a4ce8" providerId="ADAL" clId="{9D316533-2199-5347-A03E-B92E3EEBDBEA}" dt="2023-05-14T11:05:08.992" v="19340" actId="2711"/>
          <ac:spMkLst>
            <pc:docMk/>
            <pc:sldMk cId="37698747" sldId="284"/>
            <ac:spMk id="16" creationId="{C41A47B9-7376-2AE4-F961-A813549F4C5A}"/>
          </ac:spMkLst>
        </pc:spChg>
        <pc:graphicFrameChg chg="mod">
          <ac:chgData name="Andrea Lucchesi" userId="55048a12-82ae-47e8-a99b-5604122a4ce8" providerId="ADAL" clId="{9D316533-2199-5347-A03E-B92E3EEBDBEA}" dt="2023-05-11T17:13:22.727" v="16509" actId="1076"/>
          <ac:graphicFrameMkLst>
            <pc:docMk/>
            <pc:sldMk cId="37698747" sldId="284"/>
            <ac:graphicFrameMk id="2" creationId="{5E177D53-0B84-A29C-BD60-47EF9ABD26DD}"/>
          </ac:graphicFrameMkLst>
        </pc:graphicFrameChg>
        <pc:graphicFrameChg chg="add mod">
          <ac:chgData name="Andrea Lucchesi" userId="55048a12-82ae-47e8-a99b-5604122a4ce8" providerId="ADAL" clId="{9D316533-2199-5347-A03E-B92E3EEBDBEA}" dt="2023-05-16T16:04:38.248" v="20657" actId="14861"/>
          <ac:graphicFrameMkLst>
            <pc:docMk/>
            <pc:sldMk cId="37698747" sldId="284"/>
            <ac:graphicFrameMk id="11" creationId="{5E8907CF-4657-640A-378A-DDEF6148FCBD}"/>
          </ac:graphicFrameMkLst>
        </pc:graphicFrameChg>
        <pc:picChg chg="add mod">
          <ac:chgData name="Andrea Lucchesi" userId="55048a12-82ae-47e8-a99b-5604122a4ce8" providerId="ADAL" clId="{9D316533-2199-5347-A03E-B92E3EEBDBEA}" dt="2023-05-10T14:04:07.627" v="13676"/>
          <ac:picMkLst>
            <pc:docMk/>
            <pc:sldMk cId="37698747" sldId="284"/>
            <ac:picMk id="3" creationId="{2F7668A7-C1A1-1836-BD36-ADE81882AF1A}"/>
          </ac:picMkLst>
        </pc:picChg>
        <pc:picChg chg="add mod">
          <ac:chgData name="Andrea Lucchesi" userId="55048a12-82ae-47e8-a99b-5604122a4ce8" providerId="ADAL" clId="{9D316533-2199-5347-A03E-B92E3EEBDBEA}" dt="2023-05-11T18:24:37.677" v="16703" actId="14100"/>
          <ac:picMkLst>
            <pc:docMk/>
            <pc:sldMk cId="37698747" sldId="284"/>
            <ac:picMk id="4" creationId="{2D47CDAF-C1B4-04C6-F70C-2C48CF89A32D}"/>
          </ac:picMkLst>
        </pc:picChg>
        <pc:picChg chg="del">
          <ac:chgData name="Andrea Lucchesi" userId="55048a12-82ae-47e8-a99b-5604122a4ce8" providerId="ADAL" clId="{9D316533-2199-5347-A03E-B92E3EEBDBEA}" dt="2023-05-10T14:04:07.029" v="13675" actId="478"/>
          <ac:picMkLst>
            <pc:docMk/>
            <pc:sldMk cId="37698747" sldId="284"/>
            <ac:picMk id="4" creationId="{49800CB8-5653-D544-9B18-DE09FAAEAF50}"/>
          </ac:picMkLst>
        </pc:picChg>
        <pc:picChg chg="add mod">
          <ac:chgData name="Andrea Lucchesi" userId="55048a12-82ae-47e8-a99b-5604122a4ce8" providerId="ADAL" clId="{9D316533-2199-5347-A03E-B92E3EEBDBEA}" dt="2023-05-10T14:05:48.644" v="13714"/>
          <ac:picMkLst>
            <pc:docMk/>
            <pc:sldMk cId="37698747" sldId="284"/>
            <ac:picMk id="5" creationId="{3F1F2A93-A293-2DA5-FBD7-A9DCDBB7D2E2}"/>
          </ac:picMkLst>
        </pc:picChg>
        <pc:picChg chg="del">
          <ac:chgData name="Andrea Lucchesi" userId="55048a12-82ae-47e8-a99b-5604122a4ce8" providerId="ADAL" clId="{9D316533-2199-5347-A03E-B92E3EEBDBEA}" dt="2023-05-10T14:05:48.054" v="13713" actId="478"/>
          <ac:picMkLst>
            <pc:docMk/>
            <pc:sldMk cId="37698747" sldId="284"/>
            <ac:picMk id="6" creationId="{F123A555-55C8-578F-32F6-041D5E535DB3}"/>
          </ac:picMkLst>
        </pc:picChg>
        <pc:picChg chg="del mod">
          <ac:chgData name="Andrea Lucchesi" userId="55048a12-82ae-47e8-a99b-5604122a4ce8" providerId="ADAL" clId="{9D316533-2199-5347-A03E-B92E3EEBDBEA}" dt="2023-05-11T16:06:51.377" v="15940" actId="478"/>
          <ac:picMkLst>
            <pc:docMk/>
            <pc:sldMk cId="37698747" sldId="284"/>
            <ac:picMk id="8" creationId="{0280CAD1-DAA2-4F7C-BB2E-472343BC1EA1}"/>
          </ac:picMkLst>
        </pc:picChg>
      </pc:sldChg>
      <pc:sldChg chg="addSp delSp modSp add mod modTransition">
        <pc:chgData name="Andrea Lucchesi" userId="55048a12-82ae-47e8-a99b-5604122a4ce8" providerId="ADAL" clId="{9D316533-2199-5347-A03E-B92E3EEBDBEA}" dt="2023-05-16T20:12:49.004" v="20976"/>
        <pc:sldMkLst>
          <pc:docMk/>
          <pc:sldMk cId="1777732151" sldId="285"/>
        </pc:sldMkLst>
        <pc:spChg chg="mod">
          <ac:chgData name="Andrea Lucchesi" userId="55048a12-82ae-47e8-a99b-5604122a4ce8" providerId="ADAL" clId="{9D316533-2199-5347-A03E-B92E3EEBDBEA}" dt="2023-05-16T20:12:24.101" v="20972" actId="1076"/>
          <ac:spMkLst>
            <pc:docMk/>
            <pc:sldMk cId="1777732151" sldId="285"/>
            <ac:spMk id="5" creationId="{FEC61047-9009-D66F-EA03-7BBBCA3CA2A2}"/>
          </ac:spMkLst>
        </pc:spChg>
        <pc:spChg chg="mod">
          <ac:chgData name="Andrea Lucchesi" userId="55048a12-82ae-47e8-a99b-5604122a4ce8" providerId="ADAL" clId="{9D316533-2199-5347-A03E-B92E3EEBDBEA}" dt="2023-05-14T11:04:56.327" v="19339" actId="2711"/>
          <ac:spMkLst>
            <pc:docMk/>
            <pc:sldMk cId="1777732151" sldId="285"/>
            <ac:spMk id="7" creationId="{EADBC930-41DF-70B4-D430-4F65A4563D87}"/>
          </ac:spMkLst>
        </pc:spChg>
        <pc:graphicFrameChg chg="mod">
          <ac:chgData name="Andrea Lucchesi" userId="55048a12-82ae-47e8-a99b-5604122a4ce8" providerId="ADAL" clId="{9D316533-2199-5347-A03E-B92E3EEBDBEA}" dt="2023-05-16T20:12:49.004" v="20976"/>
          <ac:graphicFrameMkLst>
            <pc:docMk/>
            <pc:sldMk cId="1777732151" sldId="285"/>
            <ac:graphicFrameMk id="2" creationId="{5E177D53-0B84-A29C-BD60-47EF9ABD26DD}"/>
          </ac:graphicFrameMkLst>
        </pc:graphicFrameChg>
        <pc:picChg chg="add mod">
          <ac:chgData name="Andrea Lucchesi" userId="55048a12-82ae-47e8-a99b-5604122a4ce8" providerId="ADAL" clId="{9D316533-2199-5347-A03E-B92E3EEBDBEA}" dt="2023-05-10T16:51:54.891" v="13837" actId="167"/>
          <ac:picMkLst>
            <pc:docMk/>
            <pc:sldMk cId="1777732151" sldId="285"/>
            <ac:picMk id="3" creationId="{F2F39E65-7D4B-1407-999C-1736CB4E4A41}"/>
          </ac:picMkLst>
        </pc:picChg>
        <pc:picChg chg="del">
          <ac:chgData name="Andrea Lucchesi" userId="55048a12-82ae-47e8-a99b-5604122a4ce8" providerId="ADAL" clId="{9D316533-2199-5347-A03E-B92E3EEBDBEA}" dt="2023-05-10T14:04:10.990" v="13677" actId="478"/>
          <ac:picMkLst>
            <pc:docMk/>
            <pc:sldMk cId="1777732151" sldId="285"/>
            <ac:picMk id="4" creationId="{49800CB8-5653-D544-9B18-DE09FAAEAF50}"/>
          </ac:picMkLst>
        </pc:picChg>
        <pc:picChg chg="del">
          <ac:chgData name="Andrea Lucchesi" userId="55048a12-82ae-47e8-a99b-5604122a4ce8" providerId="ADAL" clId="{9D316533-2199-5347-A03E-B92E3EEBDBEA}" dt="2023-05-10T14:06:36.825" v="13718" actId="478"/>
          <ac:picMkLst>
            <pc:docMk/>
            <pc:sldMk cId="1777732151" sldId="285"/>
            <ac:picMk id="6" creationId="{F123A555-55C8-578F-32F6-041D5E535DB3}"/>
          </ac:picMkLst>
        </pc:picChg>
        <pc:picChg chg="del">
          <ac:chgData name="Andrea Lucchesi" userId="55048a12-82ae-47e8-a99b-5604122a4ce8" providerId="ADAL" clId="{9D316533-2199-5347-A03E-B92E3EEBDBEA}" dt="2023-05-10T13:56:12.500" v="13582" actId="478"/>
          <ac:picMkLst>
            <pc:docMk/>
            <pc:sldMk cId="1777732151" sldId="285"/>
            <ac:picMk id="8" creationId="{0280CAD1-DAA2-4F7C-BB2E-472343BC1EA1}"/>
          </ac:picMkLst>
        </pc:picChg>
        <pc:picChg chg="add mod">
          <ac:chgData name="Andrea Lucchesi" userId="55048a12-82ae-47e8-a99b-5604122a4ce8" providerId="ADAL" clId="{9D316533-2199-5347-A03E-B92E3EEBDBEA}" dt="2023-05-10T14:04:11.546" v="13678"/>
          <ac:picMkLst>
            <pc:docMk/>
            <pc:sldMk cId="1777732151" sldId="285"/>
            <ac:picMk id="9" creationId="{3E946651-7697-6B0D-98A3-EB05E081456C}"/>
          </ac:picMkLst>
        </pc:picChg>
        <pc:picChg chg="add mod">
          <ac:chgData name="Andrea Lucchesi" userId="55048a12-82ae-47e8-a99b-5604122a4ce8" providerId="ADAL" clId="{9D316533-2199-5347-A03E-B92E3EEBDBEA}" dt="2023-05-10T14:06:37.512" v="13719"/>
          <ac:picMkLst>
            <pc:docMk/>
            <pc:sldMk cId="1777732151" sldId="285"/>
            <ac:picMk id="10" creationId="{3224D2E1-A76B-B3BE-E215-735A9341761D}"/>
          </ac:picMkLst>
        </pc:picChg>
      </pc:sldChg>
      <pc:sldChg chg="add del">
        <pc:chgData name="Andrea Lucchesi" userId="55048a12-82ae-47e8-a99b-5604122a4ce8" providerId="ADAL" clId="{9D316533-2199-5347-A03E-B92E3EEBDBEA}" dt="2023-05-12T14:10:42.885" v="18429"/>
        <pc:sldMkLst>
          <pc:docMk/>
          <pc:sldMk cId="1115040450" sldId="286"/>
        </pc:sldMkLst>
      </pc:sldChg>
      <pc:sldChg chg="addSp delSp modSp add del mod ord modTransition">
        <pc:chgData name="Andrea Lucchesi" userId="55048a12-82ae-47e8-a99b-5604122a4ce8" providerId="ADAL" clId="{9D316533-2199-5347-A03E-B92E3EEBDBEA}" dt="2023-05-12T13:53:59.389" v="18326" actId="2696"/>
        <pc:sldMkLst>
          <pc:docMk/>
          <pc:sldMk cId="1772039645" sldId="286"/>
        </pc:sldMkLst>
        <pc:spChg chg="add mod">
          <ac:chgData name="Andrea Lucchesi" userId="55048a12-82ae-47e8-a99b-5604122a4ce8" providerId="ADAL" clId="{9D316533-2199-5347-A03E-B92E3EEBDBEA}" dt="2023-05-11T19:31:10.937" v="17406" actId="20577"/>
          <ac:spMkLst>
            <pc:docMk/>
            <pc:sldMk cId="1772039645" sldId="286"/>
            <ac:spMk id="3" creationId="{014F69DB-A326-4DFC-ED58-0E098D2D14FE}"/>
          </ac:spMkLst>
        </pc:spChg>
        <pc:spChg chg="add mod">
          <ac:chgData name="Andrea Lucchesi" userId="55048a12-82ae-47e8-a99b-5604122a4ce8" providerId="ADAL" clId="{9D316533-2199-5347-A03E-B92E3EEBDBEA}" dt="2023-05-11T19:31:02.220" v="17405" actId="403"/>
          <ac:spMkLst>
            <pc:docMk/>
            <pc:sldMk cId="1772039645" sldId="286"/>
            <ac:spMk id="5" creationId="{C22B9DC3-300B-87A4-50CE-E5E18E9DEF68}"/>
          </ac:spMkLst>
        </pc:spChg>
        <pc:spChg chg="mod">
          <ac:chgData name="Andrea Lucchesi" userId="55048a12-82ae-47e8-a99b-5604122a4ce8" providerId="ADAL" clId="{9D316533-2199-5347-A03E-B92E3EEBDBEA}" dt="2023-05-11T17:26:01.410" v="16645" actId="1076"/>
          <ac:spMkLst>
            <pc:docMk/>
            <pc:sldMk cId="1772039645" sldId="286"/>
            <ac:spMk id="7" creationId="{EADBC930-41DF-70B4-D430-4F65A4563D87}"/>
          </ac:spMkLst>
        </pc:spChg>
        <pc:graphicFrameChg chg="mod modGraphic">
          <ac:chgData name="Andrea Lucchesi" userId="55048a12-82ae-47e8-a99b-5604122a4ce8" providerId="ADAL" clId="{9D316533-2199-5347-A03E-B92E3EEBDBEA}" dt="2023-05-11T19:27:42.928" v="17377" actId="1076"/>
          <ac:graphicFrameMkLst>
            <pc:docMk/>
            <pc:sldMk cId="1772039645" sldId="286"/>
            <ac:graphicFrameMk id="15" creationId="{C22CC573-F4A2-2DD1-ABC5-6EAAF5C062DA}"/>
          </ac:graphicFrameMkLst>
        </pc:graphicFrameChg>
        <pc:graphicFrameChg chg="del">
          <ac:chgData name="Andrea Lucchesi" userId="55048a12-82ae-47e8-a99b-5604122a4ce8" providerId="ADAL" clId="{9D316533-2199-5347-A03E-B92E3EEBDBEA}" dt="2023-05-10T13:49:50.759" v="13271" actId="478"/>
          <ac:graphicFrameMkLst>
            <pc:docMk/>
            <pc:sldMk cId="1772039645" sldId="286"/>
            <ac:graphicFrameMk id="16" creationId="{28B9293D-5093-3ADE-BEF7-3FCFA886FE7F}"/>
          </ac:graphicFrameMkLst>
        </pc:graphicFrameChg>
        <pc:picChg chg="del">
          <ac:chgData name="Andrea Lucchesi" userId="55048a12-82ae-47e8-a99b-5604122a4ce8" providerId="ADAL" clId="{9D316533-2199-5347-A03E-B92E3EEBDBEA}" dt="2023-05-10T14:06:54.698" v="13724" actId="478"/>
          <ac:picMkLst>
            <pc:docMk/>
            <pc:sldMk cId="1772039645" sldId="286"/>
            <ac:picMk id="2" creationId="{6764944C-A2D5-4683-8538-EC67FBBD4401}"/>
          </ac:picMkLst>
        </pc:picChg>
        <pc:picChg chg="add del mod">
          <ac:chgData name="Andrea Lucchesi" userId="55048a12-82ae-47e8-a99b-5604122a4ce8" providerId="ADAL" clId="{9D316533-2199-5347-A03E-B92E3EEBDBEA}" dt="2023-05-11T16:06:24.978" v="15934" actId="478"/>
          <ac:picMkLst>
            <pc:docMk/>
            <pc:sldMk cId="1772039645" sldId="286"/>
            <ac:picMk id="2" creationId="{E098C0ED-18E8-DC66-5B80-3478F6337D22}"/>
          </ac:picMkLst>
        </pc:picChg>
        <pc:picChg chg="del">
          <ac:chgData name="Andrea Lucchesi" userId="55048a12-82ae-47e8-a99b-5604122a4ce8" providerId="ADAL" clId="{9D316533-2199-5347-A03E-B92E3EEBDBEA}" dt="2023-05-10T14:04:23.510" v="13683" actId="478"/>
          <ac:picMkLst>
            <pc:docMk/>
            <pc:sldMk cId="1772039645" sldId="286"/>
            <ac:picMk id="4" creationId="{49800CB8-5653-D544-9B18-DE09FAAEAF50}"/>
          </ac:picMkLst>
        </pc:picChg>
        <pc:picChg chg="add mod">
          <ac:chgData name="Andrea Lucchesi" userId="55048a12-82ae-47e8-a99b-5604122a4ce8" providerId="ADAL" clId="{9D316533-2199-5347-A03E-B92E3EEBDBEA}" dt="2023-05-11T16:06:32.855" v="15936" actId="167"/>
          <ac:picMkLst>
            <pc:docMk/>
            <pc:sldMk cId="1772039645" sldId="286"/>
            <ac:picMk id="4" creationId="{AA23E653-69BD-39A1-10BF-61EA90E95ADC}"/>
          </ac:picMkLst>
        </pc:picChg>
        <pc:picChg chg="del">
          <ac:chgData name="Andrea Lucchesi" userId="55048a12-82ae-47e8-a99b-5604122a4ce8" providerId="ADAL" clId="{9D316533-2199-5347-A03E-B92E3EEBDBEA}" dt="2023-05-10T13:57:23.747" v="13593" actId="478"/>
          <ac:picMkLst>
            <pc:docMk/>
            <pc:sldMk cId="1772039645" sldId="286"/>
            <ac:picMk id="5" creationId="{8D32D1BB-7C05-2C96-F372-457AFD09AAB4}"/>
          </ac:picMkLst>
        </pc:picChg>
        <pc:picChg chg="add del mod">
          <ac:chgData name="Andrea Lucchesi" userId="55048a12-82ae-47e8-a99b-5604122a4ce8" providerId="ADAL" clId="{9D316533-2199-5347-A03E-B92E3EEBDBEA}" dt="2023-05-10T16:51:32.193" v="13832" actId="478"/>
          <ac:picMkLst>
            <pc:docMk/>
            <pc:sldMk cId="1772039645" sldId="286"/>
            <ac:picMk id="6" creationId="{64D59B78-EC21-BA7C-6606-66C50972C2CA}"/>
          </ac:picMkLst>
        </pc:picChg>
        <pc:picChg chg="add mod">
          <ac:chgData name="Andrea Lucchesi" userId="55048a12-82ae-47e8-a99b-5604122a4ce8" providerId="ADAL" clId="{9D316533-2199-5347-A03E-B92E3EEBDBEA}" dt="2023-05-10T14:04:24.014" v="13684"/>
          <ac:picMkLst>
            <pc:docMk/>
            <pc:sldMk cId="1772039645" sldId="286"/>
            <ac:picMk id="8" creationId="{79384D05-B276-1E00-651A-1DD3D8121709}"/>
          </ac:picMkLst>
        </pc:picChg>
        <pc:picChg chg="add mod">
          <ac:chgData name="Andrea Lucchesi" userId="55048a12-82ae-47e8-a99b-5604122a4ce8" providerId="ADAL" clId="{9D316533-2199-5347-A03E-B92E3EEBDBEA}" dt="2023-05-10T14:06:55.266" v="13725"/>
          <ac:picMkLst>
            <pc:docMk/>
            <pc:sldMk cId="1772039645" sldId="286"/>
            <ac:picMk id="9" creationId="{07BC7C14-AF89-7AE3-56BA-BA9B05613E3F}"/>
          </ac:picMkLst>
        </pc:picChg>
      </pc:sldChg>
      <pc:sldChg chg="add del">
        <pc:chgData name="Andrea Lucchesi" userId="55048a12-82ae-47e8-a99b-5604122a4ce8" providerId="ADAL" clId="{9D316533-2199-5347-A03E-B92E3EEBDBEA}" dt="2023-05-10T13:58:08.905" v="13600"/>
        <pc:sldMkLst>
          <pc:docMk/>
          <pc:sldMk cId="1808413998" sldId="287"/>
        </pc:sldMkLst>
      </pc:sldChg>
      <pc:sldChg chg="add del">
        <pc:chgData name="Andrea Lucchesi" userId="55048a12-82ae-47e8-a99b-5604122a4ce8" providerId="ADAL" clId="{9D316533-2199-5347-A03E-B92E3EEBDBEA}" dt="2023-05-10T13:58:03.232" v="13597"/>
        <pc:sldMkLst>
          <pc:docMk/>
          <pc:sldMk cId="2559886480" sldId="287"/>
        </pc:sldMkLst>
      </pc:sldChg>
      <pc:sldChg chg="addSp delSp modSp add del mod modTransition">
        <pc:chgData name="Andrea Lucchesi" userId="55048a12-82ae-47e8-a99b-5604122a4ce8" providerId="ADAL" clId="{9D316533-2199-5347-A03E-B92E3EEBDBEA}" dt="2023-05-16T09:07:17.428" v="20329" actId="2696"/>
        <pc:sldMkLst>
          <pc:docMk/>
          <pc:sldMk cId="2626039949" sldId="287"/>
        </pc:sldMkLst>
        <pc:spChg chg="add mod">
          <ac:chgData name="Andrea Lucchesi" userId="55048a12-82ae-47e8-a99b-5604122a4ce8" providerId="ADAL" clId="{9D316533-2199-5347-A03E-B92E3EEBDBEA}" dt="2023-05-12T12:37:11.302" v="17973"/>
          <ac:spMkLst>
            <pc:docMk/>
            <pc:sldMk cId="2626039949" sldId="287"/>
            <ac:spMk id="5" creationId="{719B227A-CF9F-C210-65D2-BA9E554A9739}"/>
          </ac:spMkLst>
        </pc:spChg>
        <pc:spChg chg="add mod">
          <ac:chgData name="Andrea Lucchesi" userId="55048a12-82ae-47e8-a99b-5604122a4ce8" providerId="ADAL" clId="{9D316533-2199-5347-A03E-B92E3EEBDBEA}" dt="2023-05-12T12:42:34.215" v="18018" actId="14100"/>
          <ac:spMkLst>
            <pc:docMk/>
            <pc:sldMk cId="2626039949" sldId="287"/>
            <ac:spMk id="6" creationId="{BDB88AE8-99A5-D25F-3468-C4293927BC24}"/>
          </ac:spMkLst>
        </pc:spChg>
        <pc:spChg chg="add mod">
          <ac:chgData name="Andrea Lucchesi" userId="55048a12-82ae-47e8-a99b-5604122a4ce8" providerId="ADAL" clId="{9D316533-2199-5347-A03E-B92E3EEBDBEA}" dt="2023-05-12T12:37:22.771" v="17975"/>
          <ac:spMkLst>
            <pc:docMk/>
            <pc:sldMk cId="2626039949" sldId="287"/>
            <ac:spMk id="9" creationId="{276201B6-312F-9CFF-8AE1-4C05E752C3C8}"/>
          </ac:spMkLst>
        </pc:spChg>
        <pc:spChg chg="add mod">
          <ac:chgData name="Andrea Lucchesi" userId="55048a12-82ae-47e8-a99b-5604122a4ce8" providerId="ADAL" clId="{9D316533-2199-5347-A03E-B92E3EEBDBEA}" dt="2023-05-12T12:42:38.678" v="18019" actId="14100"/>
          <ac:spMkLst>
            <pc:docMk/>
            <pc:sldMk cId="2626039949" sldId="287"/>
            <ac:spMk id="10" creationId="{9E844308-D8FD-F5E5-D993-7BF8B0537931}"/>
          </ac:spMkLst>
        </pc:spChg>
        <pc:spChg chg="add del mod">
          <ac:chgData name="Andrea Lucchesi" userId="55048a12-82ae-47e8-a99b-5604122a4ce8" providerId="ADAL" clId="{9D316533-2199-5347-A03E-B92E3EEBDBEA}" dt="2023-05-12T12:37:37.403" v="17978"/>
          <ac:spMkLst>
            <pc:docMk/>
            <pc:sldMk cId="2626039949" sldId="287"/>
            <ac:spMk id="11" creationId="{75C7D5BE-581E-F6A9-F6EC-9CFFBF1C3E91}"/>
          </ac:spMkLst>
        </pc:spChg>
        <pc:spChg chg="add mod">
          <ac:chgData name="Andrea Lucchesi" userId="55048a12-82ae-47e8-a99b-5604122a4ce8" providerId="ADAL" clId="{9D316533-2199-5347-A03E-B92E3EEBDBEA}" dt="2023-05-12T12:40:02.314" v="17995"/>
          <ac:spMkLst>
            <pc:docMk/>
            <pc:sldMk cId="2626039949" sldId="287"/>
            <ac:spMk id="25" creationId="{842B09DF-0384-139C-F94D-2451B0D8407C}"/>
          </ac:spMkLst>
        </pc:spChg>
        <pc:spChg chg="add mod">
          <ac:chgData name="Andrea Lucchesi" userId="55048a12-82ae-47e8-a99b-5604122a4ce8" providerId="ADAL" clId="{9D316533-2199-5347-A03E-B92E3EEBDBEA}" dt="2023-05-12T12:40:07.293" v="17996"/>
          <ac:spMkLst>
            <pc:docMk/>
            <pc:sldMk cId="2626039949" sldId="287"/>
            <ac:spMk id="26" creationId="{756BB2BB-160A-71AA-5F06-8B982F91C788}"/>
          </ac:spMkLst>
        </pc:spChg>
        <pc:graphicFrameChg chg="mod modGraphic">
          <ac:chgData name="Andrea Lucchesi" userId="55048a12-82ae-47e8-a99b-5604122a4ce8" providerId="ADAL" clId="{9D316533-2199-5347-A03E-B92E3EEBDBEA}" dt="2023-05-15T14:47:53.610" v="20142" actId="120"/>
          <ac:graphicFrameMkLst>
            <pc:docMk/>
            <pc:sldMk cId="2626039949" sldId="287"/>
            <ac:graphicFrameMk id="2" creationId="{F378BF4B-7B39-7F23-708E-0580754DDCF3}"/>
          </ac:graphicFrameMkLst>
        </pc:graphicFrameChg>
        <pc:picChg chg="add mod">
          <ac:chgData name="Andrea Lucchesi" userId="55048a12-82ae-47e8-a99b-5604122a4ce8" providerId="ADAL" clId="{9D316533-2199-5347-A03E-B92E3EEBDBEA}" dt="2023-05-11T16:06:16.653" v="15933" actId="167"/>
          <ac:picMkLst>
            <pc:docMk/>
            <pc:sldMk cId="2626039949" sldId="287"/>
            <ac:picMk id="3" creationId="{8D8A9E8A-884C-6303-51C4-B661F09947AC}"/>
          </ac:picMkLst>
        </pc:picChg>
        <pc:picChg chg="add del">
          <ac:chgData name="Andrea Lucchesi" userId="55048a12-82ae-47e8-a99b-5604122a4ce8" providerId="ADAL" clId="{9D316533-2199-5347-A03E-B92E3EEBDBEA}" dt="2023-05-12T12:32:29.878" v="17682" actId="478"/>
          <ac:picMkLst>
            <pc:docMk/>
            <pc:sldMk cId="2626039949" sldId="287"/>
            <ac:picMk id="4" creationId="{BB17B117-AFE4-EF23-6697-BBDBA576EB59}"/>
          </ac:picMkLst>
        </pc:picChg>
        <pc:picChg chg="del">
          <ac:chgData name="Andrea Lucchesi" userId="55048a12-82ae-47e8-a99b-5604122a4ce8" providerId="ADAL" clId="{9D316533-2199-5347-A03E-B92E3EEBDBEA}" dt="2023-05-11T16:05:53.162" v="15931" actId="478"/>
          <ac:picMkLst>
            <pc:docMk/>
            <pc:sldMk cId="2626039949" sldId="287"/>
            <ac:picMk id="6" creationId="{F0711B39-EC46-CBF9-283E-F5D943B50816}"/>
          </ac:picMkLst>
        </pc:picChg>
        <pc:cxnChg chg="add mod">
          <ac:chgData name="Andrea Lucchesi" userId="55048a12-82ae-47e8-a99b-5604122a4ce8" providerId="ADAL" clId="{9D316533-2199-5347-A03E-B92E3EEBDBEA}" dt="2023-05-12T12:39:13.168" v="17987" actId="14100"/>
          <ac:cxnSpMkLst>
            <pc:docMk/>
            <pc:sldMk cId="2626039949" sldId="287"/>
            <ac:cxnSpMk id="12" creationId="{3133A984-865A-9A4E-7862-D97257E6ADFA}"/>
          </ac:cxnSpMkLst>
        </pc:cxnChg>
        <pc:cxnChg chg="add mod">
          <ac:chgData name="Andrea Lucchesi" userId="55048a12-82ae-47e8-a99b-5604122a4ce8" providerId="ADAL" clId="{9D316533-2199-5347-A03E-B92E3EEBDBEA}" dt="2023-05-12T12:39:16.242" v="17988" actId="14100"/>
          <ac:cxnSpMkLst>
            <pc:docMk/>
            <pc:sldMk cId="2626039949" sldId="287"/>
            <ac:cxnSpMk id="13" creationId="{B2C10FBC-CA81-29CC-B8F6-D69330ED61ED}"/>
          </ac:cxnSpMkLst>
        </pc:cxnChg>
        <pc:cxnChg chg="add mod">
          <ac:chgData name="Andrea Lucchesi" userId="55048a12-82ae-47e8-a99b-5604122a4ce8" providerId="ADAL" clId="{9D316533-2199-5347-A03E-B92E3EEBDBEA}" dt="2023-05-12T12:40:39.250" v="17998" actId="14100"/>
          <ac:cxnSpMkLst>
            <pc:docMk/>
            <pc:sldMk cId="2626039949" sldId="287"/>
            <ac:cxnSpMk id="14" creationId="{C57D3A49-04A2-2D20-B9E6-A6EE0C210595}"/>
          </ac:cxnSpMkLst>
        </pc:cxnChg>
        <pc:cxnChg chg="add mod">
          <ac:chgData name="Andrea Lucchesi" userId="55048a12-82ae-47e8-a99b-5604122a4ce8" providerId="ADAL" clId="{9D316533-2199-5347-A03E-B92E3EEBDBEA}" dt="2023-05-12T12:42:38.678" v="18019" actId="14100"/>
          <ac:cxnSpMkLst>
            <pc:docMk/>
            <pc:sldMk cId="2626039949" sldId="287"/>
            <ac:cxnSpMk id="15" creationId="{24E7A320-5787-DC15-5AF4-34F0B6C4D783}"/>
          </ac:cxnSpMkLst>
        </pc:cxnChg>
        <pc:cxnChg chg="add del mod">
          <ac:chgData name="Andrea Lucchesi" userId="55048a12-82ae-47e8-a99b-5604122a4ce8" providerId="ADAL" clId="{9D316533-2199-5347-A03E-B92E3EEBDBEA}" dt="2023-05-12T12:39:56.894" v="17994"/>
          <ac:cxnSpMkLst>
            <pc:docMk/>
            <pc:sldMk cId="2626039949" sldId="287"/>
            <ac:cxnSpMk id="24" creationId="{0F5FCEFA-88D0-FD89-C9C4-C71322CAE9F7}"/>
          </ac:cxnSpMkLst>
        </pc:cxnChg>
      </pc:sldChg>
      <pc:sldChg chg="addSp delSp modSp add mod ord modTransition">
        <pc:chgData name="Andrea Lucchesi" userId="55048a12-82ae-47e8-a99b-5604122a4ce8" providerId="ADAL" clId="{9D316533-2199-5347-A03E-B92E3EEBDBEA}" dt="2023-05-16T16:17:35.484" v="20774" actId="339"/>
        <pc:sldMkLst>
          <pc:docMk/>
          <pc:sldMk cId="3743603275" sldId="288"/>
        </pc:sldMkLst>
        <pc:spChg chg="add mod">
          <ac:chgData name="Andrea Lucchesi" userId="55048a12-82ae-47e8-a99b-5604122a4ce8" providerId="ADAL" clId="{9D316533-2199-5347-A03E-B92E3EEBDBEA}" dt="2023-05-14T11:05:35.731" v="19344" actId="1076"/>
          <ac:spMkLst>
            <pc:docMk/>
            <pc:sldMk cId="3743603275" sldId="288"/>
            <ac:spMk id="3" creationId="{F23B8319-AE37-442C-9B47-435F7672CC2E}"/>
          </ac:spMkLst>
        </pc:spChg>
        <pc:graphicFrameChg chg="add mod modGraphic">
          <ac:chgData name="Andrea Lucchesi" userId="55048a12-82ae-47e8-a99b-5604122a4ce8" providerId="ADAL" clId="{9D316533-2199-5347-A03E-B92E3EEBDBEA}" dt="2023-05-16T16:17:35.484" v="20774" actId="339"/>
          <ac:graphicFrameMkLst>
            <pc:docMk/>
            <pc:sldMk cId="3743603275" sldId="288"/>
            <ac:graphicFrameMk id="4" creationId="{2046070F-FA1C-3F99-C899-28DFEE7E88CC}"/>
          </ac:graphicFrameMkLst>
        </pc:graphicFrameChg>
        <pc:graphicFrameChg chg="del mod modGraphic">
          <ac:chgData name="Andrea Lucchesi" userId="55048a12-82ae-47e8-a99b-5604122a4ce8" providerId="ADAL" clId="{9D316533-2199-5347-A03E-B92E3EEBDBEA}" dt="2023-05-11T16:12:03.301" v="16002" actId="478"/>
          <ac:graphicFrameMkLst>
            <pc:docMk/>
            <pc:sldMk cId="3743603275" sldId="288"/>
            <ac:graphicFrameMk id="10" creationId="{52CA147B-C27C-E5ED-C000-E0616F3FB458}"/>
          </ac:graphicFrameMkLst>
        </pc:graphicFrameChg>
        <pc:picChg chg="add mod">
          <ac:chgData name="Andrea Lucchesi" userId="55048a12-82ae-47e8-a99b-5604122a4ce8" providerId="ADAL" clId="{9D316533-2199-5347-A03E-B92E3EEBDBEA}" dt="2023-05-11T16:07:17.774" v="15945" actId="167"/>
          <ac:picMkLst>
            <pc:docMk/>
            <pc:sldMk cId="3743603275" sldId="288"/>
            <ac:picMk id="2" creationId="{6F4F3B66-C36B-C3BD-C51C-9E6A79CE5576}"/>
          </ac:picMkLst>
        </pc:picChg>
        <pc:picChg chg="del mod">
          <ac:chgData name="Andrea Lucchesi" userId="55048a12-82ae-47e8-a99b-5604122a4ce8" providerId="ADAL" clId="{9D316533-2199-5347-A03E-B92E3EEBDBEA}" dt="2023-05-11T16:10:06.429" v="15952" actId="478"/>
          <ac:picMkLst>
            <pc:docMk/>
            <pc:sldMk cId="3743603275" sldId="288"/>
            <ac:picMk id="3" creationId="{C1C937BF-B330-F1B5-2221-F690C5FB76EA}"/>
          </ac:picMkLst>
        </pc:picChg>
        <pc:picChg chg="del">
          <ac:chgData name="Andrea Lucchesi" userId="55048a12-82ae-47e8-a99b-5604122a4ce8" providerId="ADAL" clId="{9D316533-2199-5347-A03E-B92E3EEBDBEA}" dt="2023-05-11T16:07:07.276" v="15943" actId="478"/>
          <ac:picMkLst>
            <pc:docMk/>
            <pc:sldMk cId="3743603275" sldId="288"/>
            <ac:picMk id="6" creationId="{F0711B39-EC46-CBF9-283E-F5D943B50816}"/>
          </ac:picMkLst>
        </pc:picChg>
        <pc:picChg chg="add del mod modCrop">
          <ac:chgData name="Andrea Lucchesi" userId="55048a12-82ae-47e8-a99b-5604122a4ce8" providerId="ADAL" clId="{9D316533-2199-5347-A03E-B92E3EEBDBEA}" dt="2023-05-11T16:27:53.027" v="16344" actId="478"/>
          <ac:picMkLst>
            <pc:docMk/>
            <pc:sldMk cId="3743603275" sldId="288"/>
            <ac:picMk id="9" creationId="{D1D29970-1259-588D-522A-1155F06C9DAF}"/>
          </ac:picMkLst>
        </pc:picChg>
        <pc:picChg chg="add del mod">
          <ac:chgData name="Andrea Lucchesi" userId="55048a12-82ae-47e8-a99b-5604122a4ce8" providerId="ADAL" clId="{9D316533-2199-5347-A03E-B92E3EEBDBEA}" dt="2023-05-11T18:20:52.054" v="16686" actId="478"/>
          <ac:picMkLst>
            <pc:docMk/>
            <pc:sldMk cId="3743603275" sldId="288"/>
            <ac:picMk id="12" creationId="{0B4918F6-787B-9221-E410-D47E9E13663D}"/>
          </ac:picMkLst>
        </pc:picChg>
        <pc:picChg chg="add del mod">
          <ac:chgData name="Andrea Lucchesi" userId="55048a12-82ae-47e8-a99b-5604122a4ce8" providerId="ADAL" clId="{9D316533-2199-5347-A03E-B92E3EEBDBEA}" dt="2023-05-11T16:18:12.579" v="16061" actId="478"/>
          <ac:picMkLst>
            <pc:docMk/>
            <pc:sldMk cId="3743603275" sldId="288"/>
            <ac:picMk id="14" creationId="{F36AED82-DE51-F366-4CDF-0431F3F5E51F}"/>
          </ac:picMkLst>
        </pc:picChg>
        <pc:picChg chg="add del mod">
          <ac:chgData name="Andrea Lucchesi" userId="55048a12-82ae-47e8-a99b-5604122a4ce8" providerId="ADAL" clId="{9D316533-2199-5347-A03E-B92E3EEBDBEA}" dt="2023-05-11T18:20:50.311" v="16685" actId="478"/>
          <ac:picMkLst>
            <pc:docMk/>
            <pc:sldMk cId="3743603275" sldId="288"/>
            <ac:picMk id="16" creationId="{9E1C37C8-7E18-6D6B-D9D0-303E445E5647}"/>
          </ac:picMkLst>
        </pc:picChg>
        <pc:picChg chg="add del mod">
          <ac:chgData name="Andrea Lucchesi" userId="55048a12-82ae-47e8-a99b-5604122a4ce8" providerId="ADAL" clId="{9D316533-2199-5347-A03E-B92E3EEBDBEA}" dt="2023-05-11T16:22:05.067" v="16086" actId="478"/>
          <ac:picMkLst>
            <pc:docMk/>
            <pc:sldMk cId="3743603275" sldId="288"/>
            <ac:picMk id="18" creationId="{898FD888-E012-3C9C-78ED-854B34C4B051}"/>
          </ac:picMkLst>
        </pc:picChg>
        <pc:picChg chg="add del mod">
          <ac:chgData name="Andrea Lucchesi" userId="55048a12-82ae-47e8-a99b-5604122a4ce8" providerId="ADAL" clId="{9D316533-2199-5347-A03E-B92E3EEBDBEA}" dt="2023-05-11T16:27:22.321" v="16334"/>
          <ac:picMkLst>
            <pc:docMk/>
            <pc:sldMk cId="3743603275" sldId="288"/>
            <ac:picMk id="20" creationId="{6C4E2D96-B115-A904-9A67-82578701C85F}"/>
          </ac:picMkLst>
        </pc:picChg>
        <pc:picChg chg="add del mod">
          <ac:chgData name="Andrea Lucchesi" userId="55048a12-82ae-47e8-a99b-5604122a4ce8" providerId="ADAL" clId="{9D316533-2199-5347-A03E-B92E3EEBDBEA}" dt="2023-05-11T18:20:48.779" v="16684" actId="478"/>
          <ac:picMkLst>
            <pc:docMk/>
            <pc:sldMk cId="3743603275" sldId="288"/>
            <ac:picMk id="22" creationId="{0AA230A2-DD3D-8D81-ACD5-4E5FFCE36C44}"/>
          </ac:picMkLst>
        </pc:picChg>
      </pc:sldChg>
      <pc:sldChg chg="addSp delSp modSp add mod ord modTransition">
        <pc:chgData name="Andrea Lucchesi" userId="55048a12-82ae-47e8-a99b-5604122a4ce8" providerId="ADAL" clId="{9D316533-2199-5347-A03E-B92E3EEBDBEA}" dt="2023-05-16T16:08:57.629" v="20698"/>
        <pc:sldMkLst>
          <pc:docMk/>
          <pc:sldMk cId="4010787371" sldId="289"/>
        </pc:sldMkLst>
        <pc:spChg chg="del">
          <ac:chgData name="Andrea Lucchesi" userId="55048a12-82ae-47e8-a99b-5604122a4ce8" providerId="ADAL" clId="{9D316533-2199-5347-A03E-B92E3EEBDBEA}" dt="2023-05-11T18:23:46.144" v="16698" actId="478"/>
          <ac:spMkLst>
            <pc:docMk/>
            <pc:sldMk cId="4010787371" sldId="289"/>
            <ac:spMk id="3" creationId="{F23B8319-AE37-442C-9B47-435F7672CC2E}"/>
          </ac:spMkLst>
        </pc:spChg>
        <pc:spChg chg="add mod">
          <ac:chgData name="Andrea Lucchesi" userId="55048a12-82ae-47e8-a99b-5604122a4ce8" providerId="ADAL" clId="{9D316533-2199-5347-A03E-B92E3EEBDBEA}" dt="2023-05-14T11:04:36.795" v="19337" actId="403"/>
          <ac:spMkLst>
            <pc:docMk/>
            <pc:sldMk cId="4010787371" sldId="289"/>
            <ac:spMk id="6" creationId="{2F12F10D-CFB1-F76A-9595-F40423481D58}"/>
          </ac:spMkLst>
        </pc:spChg>
        <pc:graphicFrameChg chg="del">
          <ac:chgData name="Andrea Lucchesi" userId="55048a12-82ae-47e8-a99b-5604122a4ce8" providerId="ADAL" clId="{9D316533-2199-5347-A03E-B92E3EEBDBEA}" dt="2023-05-11T18:23:25.323" v="16696" actId="478"/>
          <ac:graphicFrameMkLst>
            <pc:docMk/>
            <pc:sldMk cId="4010787371" sldId="289"/>
            <ac:graphicFrameMk id="4" creationId="{2046070F-FA1C-3F99-C899-28DFEE7E88CC}"/>
          </ac:graphicFrameMkLst>
        </pc:graphicFrameChg>
        <pc:graphicFrameChg chg="add mod modGraphic">
          <ac:chgData name="Andrea Lucchesi" userId="55048a12-82ae-47e8-a99b-5604122a4ce8" providerId="ADAL" clId="{9D316533-2199-5347-A03E-B92E3EEBDBEA}" dt="2023-05-16T16:08:57.629" v="20698"/>
          <ac:graphicFrameMkLst>
            <pc:docMk/>
            <pc:sldMk cId="4010787371" sldId="289"/>
            <ac:graphicFrameMk id="5" creationId="{6E64CA5E-9F81-640D-E8CA-8FEEE17E1DDD}"/>
          </ac:graphicFrameMkLst>
        </pc:graphicFrameChg>
      </pc:sldChg>
      <pc:sldChg chg="addSp delSp modSp add mod modTransition">
        <pc:chgData name="Andrea Lucchesi" userId="55048a12-82ae-47e8-a99b-5604122a4ce8" providerId="ADAL" clId="{9D316533-2199-5347-A03E-B92E3EEBDBEA}" dt="2023-05-16T20:14:19.910" v="20980" actId="1076"/>
        <pc:sldMkLst>
          <pc:docMk/>
          <pc:sldMk cId="992522052" sldId="290"/>
        </pc:sldMkLst>
        <pc:spChg chg="add del mod">
          <ac:chgData name="Andrea Lucchesi" userId="55048a12-82ae-47e8-a99b-5604122a4ce8" providerId="ADAL" clId="{9D316533-2199-5347-A03E-B92E3EEBDBEA}" dt="2023-05-15T15:34:47.278" v="20155"/>
          <ac:spMkLst>
            <pc:docMk/>
            <pc:sldMk cId="992522052" sldId="290"/>
            <ac:spMk id="4" creationId="{940608BB-9957-C55A-EA24-17E37E539929}"/>
          </ac:spMkLst>
        </pc:spChg>
        <pc:spChg chg="add del mod">
          <ac:chgData name="Andrea Lucchesi" userId="55048a12-82ae-47e8-a99b-5604122a4ce8" providerId="ADAL" clId="{9D316533-2199-5347-A03E-B92E3EEBDBEA}" dt="2023-05-12T14:10:56.100" v="18432" actId="478"/>
          <ac:spMkLst>
            <pc:docMk/>
            <pc:sldMk cId="992522052" sldId="290"/>
            <ac:spMk id="5" creationId="{473836B8-8443-DEB7-0853-1791AF6AD467}"/>
          </ac:spMkLst>
        </pc:spChg>
        <pc:spChg chg="mod">
          <ac:chgData name="Andrea Lucchesi" userId="55048a12-82ae-47e8-a99b-5604122a4ce8" providerId="ADAL" clId="{9D316533-2199-5347-A03E-B92E3EEBDBEA}" dt="2023-05-14T11:06:13.473" v="19349" actId="27636"/>
          <ac:spMkLst>
            <pc:docMk/>
            <pc:sldMk cId="992522052" sldId="290"/>
            <ac:spMk id="7" creationId="{EADBC930-41DF-70B4-D430-4F65A4563D87}"/>
          </ac:spMkLst>
        </pc:spChg>
        <pc:spChg chg="add del mod">
          <ac:chgData name="Andrea Lucchesi" userId="55048a12-82ae-47e8-a99b-5604122a4ce8" providerId="ADAL" clId="{9D316533-2199-5347-A03E-B92E3EEBDBEA}" dt="2023-05-12T14:11:08.140" v="18435" actId="478"/>
          <ac:spMkLst>
            <pc:docMk/>
            <pc:sldMk cId="992522052" sldId="290"/>
            <ac:spMk id="10" creationId="{95EB1CA7-9C7B-8A90-96BB-943F2255F19D}"/>
          </ac:spMkLst>
        </pc:spChg>
        <pc:spChg chg="add mod">
          <ac:chgData name="Andrea Lucchesi" userId="55048a12-82ae-47e8-a99b-5604122a4ce8" providerId="ADAL" clId="{9D316533-2199-5347-A03E-B92E3EEBDBEA}" dt="2023-05-16T15:28:00.753" v="20637" actId="1076"/>
          <ac:spMkLst>
            <pc:docMk/>
            <pc:sldMk cId="992522052" sldId="290"/>
            <ac:spMk id="12" creationId="{72A46A30-DFD1-1D48-BF0B-A30E0AF88C8F}"/>
          </ac:spMkLst>
        </pc:spChg>
        <pc:spChg chg="mod">
          <ac:chgData name="Andrea Lucchesi" userId="55048a12-82ae-47e8-a99b-5604122a4ce8" providerId="ADAL" clId="{9D316533-2199-5347-A03E-B92E3EEBDBEA}" dt="2023-05-16T15:29:32.173" v="20652" actId="1076"/>
          <ac:spMkLst>
            <pc:docMk/>
            <pc:sldMk cId="992522052" sldId="290"/>
            <ac:spMk id="14" creationId="{00000000-0000-0000-0000-000000000000}"/>
          </ac:spMkLst>
        </pc:spChg>
        <pc:spChg chg="mod">
          <ac:chgData name="Andrea Lucchesi" userId="55048a12-82ae-47e8-a99b-5604122a4ce8" providerId="ADAL" clId="{9D316533-2199-5347-A03E-B92E3EEBDBEA}" dt="2023-05-16T15:29:21.820" v="20651" actId="1076"/>
          <ac:spMkLst>
            <pc:docMk/>
            <pc:sldMk cId="992522052" sldId="290"/>
            <ac:spMk id="15" creationId="{00000000-0000-0000-0000-000000000000}"/>
          </ac:spMkLst>
        </pc:spChg>
        <pc:spChg chg="mod">
          <ac:chgData name="Andrea Lucchesi" userId="55048a12-82ae-47e8-a99b-5604122a4ce8" providerId="ADAL" clId="{9D316533-2199-5347-A03E-B92E3EEBDBEA}" dt="2023-05-16T20:02:19.912" v="20887" actId="1076"/>
          <ac:spMkLst>
            <pc:docMk/>
            <pc:sldMk cId="992522052" sldId="290"/>
            <ac:spMk id="16" creationId="{00000000-0000-0000-0000-000000000000}"/>
          </ac:spMkLst>
        </pc:spChg>
        <pc:graphicFrameChg chg="add del">
          <ac:chgData name="Andrea Lucchesi" userId="55048a12-82ae-47e8-a99b-5604122a4ce8" providerId="ADAL" clId="{9D316533-2199-5347-A03E-B92E3EEBDBEA}" dt="2023-05-16T15:27:21.333" v="20631" actId="478"/>
          <ac:graphicFrameMkLst>
            <pc:docMk/>
            <pc:sldMk cId="992522052" sldId="290"/>
            <ac:graphicFrameMk id="2" creationId="{AE8A7E13-BBD8-4F3F-A748-45B44ECC76D3}"/>
          </ac:graphicFrameMkLst>
        </pc:graphicFrameChg>
        <pc:graphicFrameChg chg="add mod">
          <ac:chgData name="Andrea Lucchesi" userId="55048a12-82ae-47e8-a99b-5604122a4ce8" providerId="ADAL" clId="{9D316533-2199-5347-A03E-B92E3EEBDBEA}" dt="2023-05-16T15:26:28.250" v="20622"/>
          <ac:graphicFrameMkLst>
            <pc:docMk/>
            <pc:sldMk cId="992522052" sldId="290"/>
            <ac:graphicFrameMk id="4" creationId="{AE8A7E13-BBD8-4F3F-A748-45B44ECC76D3}"/>
          </ac:graphicFrameMkLst>
        </pc:graphicFrameChg>
        <pc:graphicFrameChg chg="add mod">
          <ac:chgData name="Andrea Lucchesi" userId="55048a12-82ae-47e8-a99b-5604122a4ce8" providerId="ADAL" clId="{9D316533-2199-5347-A03E-B92E3EEBDBEA}" dt="2023-05-16T20:14:19.910" v="20980" actId="1076"/>
          <ac:graphicFrameMkLst>
            <pc:docMk/>
            <pc:sldMk cId="992522052" sldId="290"/>
            <ac:graphicFrameMk id="5" creationId="{56350DBC-D5D6-2CC6-86C7-9DADC7CDA5CE}"/>
          </ac:graphicFrameMkLst>
        </pc:graphicFrameChg>
        <pc:picChg chg="add mod">
          <ac:chgData name="Andrea Lucchesi" userId="55048a12-82ae-47e8-a99b-5604122a4ce8" providerId="ADAL" clId="{9D316533-2199-5347-A03E-B92E3EEBDBEA}" dt="2023-05-12T12:41:48.773" v="18006" actId="167"/>
          <ac:picMkLst>
            <pc:docMk/>
            <pc:sldMk cId="992522052" sldId="290"/>
            <ac:picMk id="3" creationId="{B9AB51F3-599D-FE70-F2ED-DFB10BF4CA55}"/>
          </ac:picMkLst>
        </pc:picChg>
        <pc:picChg chg="del">
          <ac:chgData name="Andrea Lucchesi" userId="55048a12-82ae-47e8-a99b-5604122a4ce8" providerId="ADAL" clId="{9D316533-2199-5347-A03E-B92E3EEBDBEA}" dt="2023-05-12T12:41:45.600" v="18004" actId="478"/>
          <ac:picMkLst>
            <pc:docMk/>
            <pc:sldMk cId="992522052" sldId="290"/>
            <ac:picMk id="6" creationId="{DA6FAE46-EC26-7F1A-BD84-669DC16628F4}"/>
          </ac:picMkLst>
        </pc:picChg>
        <pc:cxnChg chg="mod">
          <ac:chgData name="Andrea Lucchesi" userId="55048a12-82ae-47e8-a99b-5604122a4ce8" providerId="ADAL" clId="{9D316533-2199-5347-A03E-B92E3EEBDBEA}" dt="2023-05-16T15:28:58.701" v="20648" actId="1076"/>
          <ac:cxnSpMkLst>
            <pc:docMk/>
            <pc:sldMk cId="992522052" sldId="290"/>
            <ac:cxnSpMk id="11" creationId="{00000000-0000-0000-0000-000000000000}"/>
          </ac:cxnSpMkLst>
        </pc:cxnChg>
      </pc:sldChg>
      <pc:sldChg chg="addSp modSp add mod ord modTransition">
        <pc:chgData name="Andrea Lucchesi" userId="55048a12-82ae-47e8-a99b-5604122a4ce8" providerId="ADAL" clId="{9D316533-2199-5347-A03E-B92E3EEBDBEA}" dt="2023-05-16T20:13:32.894" v="20977" actId="14861"/>
        <pc:sldMkLst>
          <pc:docMk/>
          <pc:sldMk cId="897029581" sldId="291"/>
        </pc:sldMkLst>
        <pc:spChg chg="add mod">
          <ac:chgData name="Andrea Lucchesi" userId="55048a12-82ae-47e8-a99b-5604122a4ce8" providerId="ADAL" clId="{9D316533-2199-5347-A03E-B92E3EEBDBEA}" dt="2023-05-14T11:05:23.853" v="19342" actId="2711"/>
          <ac:spMkLst>
            <pc:docMk/>
            <pc:sldMk cId="897029581" sldId="291"/>
            <ac:spMk id="2" creationId="{70B6F909-DE15-A604-ECDE-FCC1DAD84791}"/>
          </ac:spMkLst>
        </pc:spChg>
        <pc:spChg chg="mod">
          <ac:chgData name="Andrea Lucchesi" userId="55048a12-82ae-47e8-a99b-5604122a4ce8" providerId="ADAL" clId="{9D316533-2199-5347-A03E-B92E3EEBDBEA}" dt="2023-05-16T20:08:13.296" v="20932" actId="20577"/>
          <ac:spMkLst>
            <pc:docMk/>
            <pc:sldMk cId="897029581" sldId="291"/>
            <ac:spMk id="3" creationId="{014F69DB-A326-4DFC-ED58-0E098D2D14FE}"/>
          </ac:spMkLst>
        </pc:spChg>
        <pc:spChg chg="mod">
          <ac:chgData name="Andrea Lucchesi" userId="55048a12-82ae-47e8-a99b-5604122a4ce8" providerId="ADAL" clId="{9D316533-2199-5347-A03E-B92E3EEBDBEA}" dt="2023-05-12T13:52:17.338" v="18320" actId="2711"/>
          <ac:spMkLst>
            <pc:docMk/>
            <pc:sldMk cId="897029581" sldId="291"/>
            <ac:spMk id="5" creationId="{C22B9DC3-300B-87A4-50CE-E5E18E9DEF68}"/>
          </ac:spMkLst>
        </pc:spChg>
        <pc:spChg chg="mod">
          <ac:chgData name="Andrea Lucchesi" userId="55048a12-82ae-47e8-a99b-5604122a4ce8" providerId="ADAL" clId="{9D316533-2199-5347-A03E-B92E3EEBDBEA}" dt="2023-05-16T20:13:32.894" v="20977" actId="14861"/>
          <ac:spMkLst>
            <pc:docMk/>
            <pc:sldMk cId="897029581" sldId="291"/>
            <ac:spMk id="7" creationId="{EADBC930-41DF-70B4-D430-4F65A4563D87}"/>
          </ac:spMkLst>
        </pc:spChg>
        <pc:graphicFrameChg chg="mod modGraphic">
          <ac:chgData name="Andrea Lucchesi" userId="55048a12-82ae-47e8-a99b-5604122a4ce8" providerId="ADAL" clId="{9D316533-2199-5347-A03E-B92E3EEBDBEA}" dt="2023-05-16T16:10:20.784" v="20715"/>
          <ac:graphicFrameMkLst>
            <pc:docMk/>
            <pc:sldMk cId="897029581" sldId="291"/>
            <ac:graphicFrameMk id="15" creationId="{C22CC573-F4A2-2DD1-ABC5-6EAAF5C062DA}"/>
          </ac:graphicFrameMkLst>
        </pc:graphicFrameChg>
      </pc:sldChg>
      <pc:sldChg chg="addSp delSp modSp add del mod">
        <pc:chgData name="Andrea Lucchesi" userId="55048a12-82ae-47e8-a99b-5604122a4ce8" providerId="ADAL" clId="{9D316533-2199-5347-A03E-B92E3EEBDBEA}" dt="2023-05-15T08:31:40.288" v="20119" actId="2696"/>
        <pc:sldMkLst>
          <pc:docMk/>
          <pc:sldMk cId="2424850147" sldId="292"/>
        </pc:sldMkLst>
        <pc:spChg chg="mod">
          <ac:chgData name="Andrea Lucchesi" userId="55048a12-82ae-47e8-a99b-5604122a4ce8" providerId="ADAL" clId="{9D316533-2199-5347-A03E-B92E3EEBDBEA}" dt="2023-05-14T11:06:47.528" v="19354" actId="2711"/>
          <ac:spMkLst>
            <pc:docMk/>
            <pc:sldMk cId="2424850147" sldId="292"/>
            <ac:spMk id="4" creationId="{0009672F-A509-0B3F-C39F-3AF9DD60CDFC}"/>
          </ac:spMkLst>
        </pc:spChg>
        <pc:graphicFrameChg chg="del">
          <ac:chgData name="Andrea Lucchesi" userId="55048a12-82ae-47e8-a99b-5604122a4ce8" providerId="ADAL" clId="{9D316533-2199-5347-A03E-B92E3EEBDBEA}" dt="2023-05-12T15:59:49.247" v="18853" actId="478"/>
          <ac:graphicFrameMkLst>
            <pc:docMk/>
            <pc:sldMk cId="2424850147" sldId="292"/>
            <ac:graphicFrameMk id="2" creationId="{F378BF4B-7B39-7F23-708E-0580754DDCF3}"/>
          </ac:graphicFrameMkLst>
        </pc:graphicFrameChg>
        <pc:graphicFrameChg chg="add mod modGraphic">
          <ac:chgData name="Andrea Lucchesi" userId="55048a12-82ae-47e8-a99b-5604122a4ce8" providerId="ADAL" clId="{9D316533-2199-5347-A03E-B92E3EEBDBEA}" dt="2023-05-14T17:26:18.891" v="20036" actId="403"/>
          <ac:graphicFrameMkLst>
            <pc:docMk/>
            <pc:sldMk cId="2424850147" sldId="292"/>
            <ac:graphicFrameMk id="5" creationId="{FA1F2A89-A1A9-1C73-A260-1520BA04840E}"/>
          </ac:graphicFrameMkLst>
        </pc:graphicFrameChg>
      </pc:sldChg>
      <pc:sldChg chg="addSp delSp modSp add mod modTransition">
        <pc:chgData name="Andrea Lucchesi" userId="55048a12-82ae-47e8-a99b-5604122a4ce8" providerId="ADAL" clId="{9D316533-2199-5347-A03E-B92E3EEBDBEA}" dt="2023-05-16T20:17:05.368" v="20990" actId="14861"/>
        <pc:sldMkLst>
          <pc:docMk/>
          <pc:sldMk cId="4187195203" sldId="293"/>
        </pc:sldMkLst>
        <pc:spChg chg="mod">
          <ac:chgData name="Andrea Lucchesi" userId="55048a12-82ae-47e8-a99b-5604122a4ce8" providerId="ADAL" clId="{9D316533-2199-5347-A03E-B92E3EEBDBEA}" dt="2023-05-14T17:00:39.398" v="19482" actId="20577"/>
          <ac:spMkLst>
            <pc:docMk/>
            <pc:sldMk cId="4187195203" sldId="293"/>
            <ac:spMk id="6" creationId="{00000000-0000-0000-0000-000000000000}"/>
          </ac:spMkLst>
        </pc:spChg>
        <pc:spChg chg="del">
          <ac:chgData name="Andrea Lucchesi" userId="55048a12-82ae-47e8-a99b-5604122a4ce8" providerId="ADAL" clId="{9D316533-2199-5347-A03E-B92E3EEBDBEA}" dt="2023-05-14T09:17:41.119" v="18913" actId="478"/>
          <ac:spMkLst>
            <pc:docMk/>
            <pc:sldMk cId="4187195203" sldId="293"/>
            <ac:spMk id="7" creationId="{5756D09D-0F62-D4C6-3189-C60C553EDC6F}"/>
          </ac:spMkLst>
        </pc:spChg>
        <pc:spChg chg="add del mod">
          <ac:chgData name="Andrea Lucchesi" userId="55048a12-82ae-47e8-a99b-5604122a4ce8" providerId="ADAL" clId="{9D316533-2199-5347-A03E-B92E3EEBDBEA}" dt="2023-05-14T09:17:45.144" v="18915" actId="478"/>
          <ac:spMkLst>
            <pc:docMk/>
            <pc:sldMk cId="4187195203" sldId="293"/>
            <ac:spMk id="10" creationId="{6FAEA633-556F-4BD3-AF06-542EA7940AC3}"/>
          </ac:spMkLst>
        </pc:spChg>
        <pc:spChg chg="add mod">
          <ac:chgData name="Andrea Lucchesi" userId="55048a12-82ae-47e8-a99b-5604122a4ce8" providerId="ADAL" clId="{9D316533-2199-5347-A03E-B92E3EEBDBEA}" dt="2023-05-16T20:17:05.368" v="20990" actId="14861"/>
          <ac:spMkLst>
            <pc:docMk/>
            <pc:sldMk cId="4187195203" sldId="293"/>
            <ac:spMk id="11" creationId="{A7F4987C-9156-7A28-83EB-6A049C37F46F}"/>
          </ac:spMkLst>
        </pc:spChg>
        <pc:spChg chg="add mod">
          <ac:chgData name="Andrea Lucchesi" userId="55048a12-82ae-47e8-a99b-5604122a4ce8" providerId="ADAL" clId="{9D316533-2199-5347-A03E-B92E3EEBDBEA}" dt="2023-05-14T15:50:04.952" v="19456" actId="1076"/>
          <ac:spMkLst>
            <pc:docMk/>
            <pc:sldMk cId="4187195203" sldId="293"/>
            <ac:spMk id="12" creationId="{46D9550F-5195-0E5B-79FA-FD0A725BA5B1}"/>
          </ac:spMkLst>
        </pc:spChg>
        <pc:spChg chg="mod">
          <ac:chgData name="Andrea Lucchesi" userId="55048a12-82ae-47e8-a99b-5604122a4ce8" providerId="ADAL" clId="{9D316533-2199-5347-A03E-B92E3EEBDBEA}" dt="2023-05-14T17:00:30.540" v="19476" actId="20577"/>
          <ac:spMkLst>
            <pc:docMk/>
            <pc:sldMk cId="4187195203" sldId="293"/>
            <ac:spMk id="14" creationId="{00000000-0000-0000-0000-000000000000}"/>
          </ac:spMkLst>
        </pc:spChg>
        <pc:spChg chg="mod">
          <ac:chgData name="Andrea Lucchesi" userId="55048a12-82ae-47e8-a99b-5604122a4ce8" providerId="ADAL" clId="{9D316533-2199-5347-A03E-B92E3EEBDBEA}" dt="2023-05-16T20:06:31.849" v="20924" actId="20577"/>
          <ac:spMkLst>
            <pc:docMk/>
            <pc:sldMk cId="4187195203" sldId="293"/>
            <ac:spMk id="20" creationId="{00000000-0000-0000-0000-000000000000}"/>
          </ac:spMkLst>
        </pc:spChg>
        <pc:graphicFrameChg chg="mod">
          <ac:chgData name="Andrea Lucchesi" userId="55048a12-82ae-47e8-a99b-5604122a4ce8" providerId="ADAL" clId="{9D316533-2199-5347-A03E-B92E3EEBDBEA}" dt="2023-05-16T16:24:32.711" v="20810" actId="14861"/>
          <ac:graphicFrameMkLst>
            <pc:docMk/>
            <pc:sldMk cId="4187195203" sldId="293"/>
            <ac:graphicFrameMk id="5" creationId="{258150B9-B945-A6FA-7634-20B9B890900B}"/>
          </ac:graphicFrameMkLst>
        </pc:graphicFrameChg>
        <pc:cxnChg chg="mod">
          <ac:chgData name="Andrea Lucchesi" userId="55048a12-82ae-47e8-a99b-5604122a4ce8" providerId="ADAL" clId="{9D316533-2199-5347-A03E-B92E3EEBDBEA}" dt="2023-05-14T09:19:49.498" v="18935" actId="1076"/>
          <ac:cxnSpMkLst>
            <pc:docMk/>
            <pc:sldMk cId="4187195203" sldId="293"/>
            <ac:cxnSpMk id="4" creationId="{00000000-0000-0000-0000-000000000000}"/>
          </ac:cxnSpMkLst>
        </pc:cxnChg>
        <pc:cxnChg chg="mod">
          <ac:chgData name="Andrea Lucchesi" userId="55048a12-82ae-47e8-a99b-5604122a4ce8" providerId="ADAL" clId="{9D316533-2199-5347-A03E-B92E3EEBDBEA}" dt="2023-05-14T09:19:26.125" v="18931" actId="1076"/>
          <ac:cxnSpMkLst>
            <pc:docMk/>
            <pc:sldMk cId="4187195203" sldId="293"/>
            <ac:cxnSpMk id="13" creationId="{00000000-0000-0000-0000-000000000000}"/>
          </ac:cxnSpMkLst>
        </pc:cxnChg>
      </pc:sldChg>
      <pc:sldChg chg="modSp add mod modTransition">
        <pc:chgData name="Andrea Lucchesi" userId="55048a12-82ae-47e8-a99b-5604122a4ce8" providerId="ADAL" clId="{9D316533-2199-5347-A03E-B92E3EEBDBEA}" dt="2023-05-16T20:09:35.308" v="20949" actId="115"/>
        <pc:sldMkLst>
          <pc:docMk/>
          <pc:sldMk cId="2455978005" sldId="294"/>
        </pc:sldMkLst>
        <pc:spChg chg="mod">
          <ac:chgData name="Andrea Lucchesi" userId="55048a12-82ae-47e8-a99b-5604122a4ce8" providerId="ADAL" clId="{9D316533-2199-5347-A03E-B92E3EEBDBEA}" dt="2023-05-14T11:04:10.660" v="19334" actId="2711"/>
          <ac:spMkLst>
            <pc:docMk/>
            <pc:sldMk cId="2455978005" sldId="294"/>
            <ac:spMk id="7" creationId="{EADBC930-41DF-70B4-D430-4F65A4563D87}"/>
          </ac:spMkLst>
        </pc:spChg>
        <pc:graphicFrameChg chg="mod">
          <ac:chgData name="Andrea Lucchesi" userId="55048a12-82ae-47e8-a99b-5604122a4ce8" providerId="ADAL" clId="{9D316533-2199-5347-A03E-B92E3EEBDBEA}" dt="2023-05-16T20:09:35.308" v="20949" actId="115"/>
          <ac:graphicFrameMkLst>
            <pc:docMk/>
            <pc:sldMk cId="2455978005" sldId="294"/>
            <ac:graphicFrameMk id="2" creationId="{CF1AFA24-0197-99B0-E540-485555BC1EFA}"/>
          </ac:graphicFrameMkLst>
        </pc:graphicFrameChg>
      </pc:sldChg>
      <pc:sldChg chg="addSp delSp modSp add mod modTransition">
        <pc:chgData name="Andrea Lucchesi" userId="55048a12-82ae-47e8-a99b-5604122a4ce8" providerId="ADAL" clId="{9D316533-2199-5347-A03E-B92E3EEBDBEA}" dt="2023-05-16T16:16:02.822" v="20761"/>
        <pc:sldMkLst>
          <pc:docMk/>
          <pc:sldMk cId="2653584865" sldId="295"/>
        </pc:sldMkLst>
        <pc:spChg chg="mod">
          <ac:chgData name="Andrea Lucchesi" userId="55048a12-82ae-47e8-a99b-5604122a4ce8" providerId="ADAL" clId="{9D316533-2199-5347-A03E-B92E3EEBDBEA}" dt="2023-05-15T08:34:16.593" v="20135" actId="14100"/>
          <ac:spMkLst>
            <pc:docMk/>
            <pc:sldMk cId="2653584865" sldId="295"/>
            <ac:spMk id="4" creationId="{9C6207B5-F9AD-064F-07F2-C1659DDAF2DF}"/>
          </ac:spMkLst>
        </pc:spChg>
        <pc:graphicFrameChg chg="mod modGraphic">
          <ac:chgData name="Andrea Lucchesi" userId="55048a12-82ae-47e8-a99b-5604122a4ce8" providerId="ADAL" clId="{9D316533-2199-5347-A03E-B92E3EEBDBEA}" dt="2023-05-16T16:16:02.822" v="20761"/>
          <ac:graphicFrameMkLst>
            <pc:docMk/>
            <pc:sldMk cId="2653584865" sldId="295"/>
            <ac:graphicFrameMk id="2" creationId="{F378BF4B-7B39-7F23-708E-0580754DDCF3}"/>
          </ac:graphicFrameMkLst>
        </pc:graphicFrameChg>
        <pc:graphicFrameChg chg="add del">
          <ac:chgData name="Andrea Lucchesi" userId="55048a12-82ae-47e8-a99b-5604122a4ce8" providerId="ADAL" clId="{9D316533-2199-5347-A03E-B92E3EEBDBEA}" dt="2023-05-16T15:02:57.142" v="20414"/>
          <ac:graphicFrameMkLst>
            <pc:docMk/>
            <pc:sldMk cId="2653584865" sldId="295"/>
            <ac:graphicFrameMk id="3" creationId="{C607E057-67B7-A714-240E-01943B25A460}"/>
          </ac:graphicFrameMkLst>
        </pc:graphicFrameChg>
        <pc:graphicFrameChg chg="add del">
          <ac:chgData name="Andrea Lucchesi" userId="55048a12-82ae-47e8-a99b-5604122a4ce8" providerId="ADAL" clId="{9D316533-2199-5347-A03E-B92E3EEBDBEA}" dt="2023-05-16T15:03:51.407" v="20418"/>
          <ac:graphicFrameMkLst>
            <pc:docMk/>
            <pc:sldMk cId="2653584865" sldId="295"/>
            <ac:graphicFrameMk id="6" creationId="{780D9524-C368-FE17-105D-0A24FD4B8413}"/>
          </ac:graphicFrameMkLst>
        </pc:graphicFrameChg>
        <pc:picChg chg="del">
          <ac:chgData name="Andrea Lucchesi" userId="55048a12-82ae-47e8-a99b-5604122a4ce8" providerId="ADAL" clId="{9D316533-2199-5347-A03E-B92E3EEBDBEA}" dt="2023-05-16T08:49:12.252" v="20189" actId="478"/>
          <ac:picMkLst>
            <pc:docMk/>
            <pc:sldMk cId="2653584865" sldId="295"/>
            <ac:picMk id="3" creationId="{C895B827-12A0-D68D-24F7-3125C222CA28}"/>
          </ac:picMkLst>
        </pc:picChg>
        <pc:picChg chg="add mod">
          <ac:chgData name="Andrea Lucchesi" userId="55048a12-82ae-47e8-a99b-5604122a4ce8" providerId="ADAL" clId="{9D316533-2199-5347-A03E-B92E3EEBDBEA}" dt="2023-05-16T08:49:47.012" v="20196" actId="167"/>
          <ac:picMkLst>
            <pc:docMk/>
            <pc:sldMk cId="2653584865" sldId="295"/>
            <ac:picMk id="5" creationId="{2FB3FF1C-8448-A1FB-DB73-164D9D2F0927}"/>
          </ac:picMkLst>
        </pc:picChg>
      </pc:sldChg>
      <pc:sldChg chg="addSp delSp modSp add mod modTransition">
        <pc:chgData name="Andrea Lucchesi" userId="55048a12-82ae-47e8-a99b-5604122a4ce8" providerId="ADAL" clId="{9D316533-2199-5347-A03E-B92E3EEBDBEA}" dt="2023-05-16T20:01:34.641" v="20879" actId="20577"/>
        <pc:sldMkLst>
          <pc:docMk/>
          <pc:sldMk cId="278280450" sldId="296"/>
        </pc:sldMkLst>
        <pc:spChg chg="mod">
          <ac:chgData name="Andrea Lucchesi" userId="55048a12-82ae-47e8-a99b-5604122a4ce8" providerId="ADAL" clId="{9D316533-2199-5347-A03E-B92E3EEBDBEA}" dt="2023-05-16T20:01:34.641" v="20879" actId="20577"/>
          <ac:spMkLst>
            <pc:docMk/>
            <pc:sldMk cId="278280450" sldId="296"/>
            <ac:spMk id="4" creationId="{8DC2DF11-AD99-9EEC-90B0-DB87C2468978}"/>
          </ac:spMkLst>
        </pc:spChg>
        <pc:graphicFrameChg chg="mod modGraphic">
          <ac:chgData name="Andrea Lucchesi" userId="55048a12-82ae-47e8-a99b-5604122a4ce8" providerId="ADAL" clId="{9D316533-2199-5347-A03E-B92E3EEBDBEA}" dt="2023-05-16T16:16:45.206" v="20770"/>
          <ac:graphicFrameMkLst>
            <pc:docMk/>
            <pc:sldMk cId="278280450" sldId="296"/>
            <ac:graphicFrameMk id="2" creationId="{F378BF4B-7B39-7F23-708E-0580754DDCF3}"/>
          </ac:graphicFrameMkLst>
        </pc:graphicFrameChg>
        <pc:picChg chg="del">
          <ac:chgData name="Andrea Lucchesi" userId="55048a12-82ae-47e8-a99b-5604122a4ce8" providerId="ADAL" clId="{9D316533-2199-5347-A03E-B92E3EEBDBEA}" dt="2023-05-16T08:49:27.830" v="20192" actId="478"/>
          <ac:picMkLst>
            <pc:docMk/>
            <pc:sldMk cId="278280450" sldId="296"/>
            <ac:picMk id="3" creationId="{A62B9E9B-5682-297F-805F-94F6223791ED}"/>
          </ac:picMkLst>
        </pc:picChg>
        <pc:picChg chg="add mod">
          <ac:chgData name="Andrea Lucchesi" userId="55048a12-82ae-47e8-a99b-5604122a4ce8" providerId="ADAL" clId="{9D316533-2199-5347-A03E-B92E3EEBDBEA}" dt="2023-05-16T08:49:36.882" v="20195" actId="167"/>
          <ac:picMkLst>
            <pc:docMk/>
            <pc:sldMk cId="278280450" sldId="296"/>
            <ac:picMk id="5" creationId="{45393200-F64A-F990-22AB-2D510FE2AFA7}"/>
          </ac:picMkLst>
        </pc:picChg>
      </pc:sldChg>
      <pc:sldChg chg="addSp modSp add mod ord modTransition">
        <pc:chgData name="Andrea Lucchesi" userId="55048a12-82ae-47e8-a99b-5604122a4ce8" providerId="ADAL" clId="{9D316533-2199-5347-A03E-B92E3EEBDBEA}" dt="2023-05-16T20:15:46.814" v="20989" actId="20577"/>
        <pc:sldMkLst>
          <pc:docMk/>
          <pc:sldMk cId="567730173" sldId="297"/>
        </pc:sldMkLst>
        <pc:spChg chg="mod">
          <ac:chgData name="Andrea Lucchesi" userId="55048a12-82ae-47e8-a99b-5604122a4ce8" providerId="ADAL" clId="{9D316533-2199-5347-A03E-B92E3EEBDBEA}" dt="2023-05-16T08:50:24.239" v="20200" actId="1076"/>
          <ac:spMkLst>
            <pc:docMk/>
            <pc:sldMk cId="567730173" sldId="297"/>
            <ac:spMk id="2" creationId="{CA68F440-2841-E752-D9DE-7360129520DD}"/>
          </ac:spMkLst>
        </pc:spChg>
        <pc:spChg chg="mod">
          <ac:chgData name="Andrea Lucchesi" userId="55048a12-82ae-47e8-a99b-5604122a4ce8" providerId="ADAL" clId="{9D316533-2199-5347-A03E-B92E3EEBDBEA}" dt="2023-05-16T16:16:56.981" v="20771" actId="339"/>
          <ac:spMkLst>
            <pc:docMk/>
            <pc:sldMk cId="567730173" sldId="297"/>
            <ac:spMk id="5" creationId="{B5CD5D2F-5901-18BB-35BF-5A53C85F1617}"/>
          </ac:spMkLst>
        </pc:spChg>
        <pc:spChg chg="mod">
          <ac:chgData name="Andrea Lucchesi" userId="55048a12-82ae-47e8-a99b-5604122a4ce8" providerId="ADAL" clId="{9D316533-2199-5347-A03E-B92E3EEBDBEA}" dt="2023-05-16T20:15:46.814" v="20989" actId="20577"/>
          <ac:spMkLst>
            <pc:docMk/>
            <pc:sldMk cId="567730173" sldId="297"/>
            <ac:spMk id="7" creationId="{BF64A0C3-07F9-5BEC-D067-3DBEB6E4404D}"/>
          </ac:spMkLst>
        </pc:spChg>
        <pc:spChg chg="mod">
          <ac:chgData name="Andrea Lucchesi" userId="55048a12-82ae-47e8-a99b-5604122a4ce8" providerId="ADAL" clId="{9D316533-2199-5347-A03E-B92E3EEBDBEA}" dt="2023-05-16T20:15:37.821" v="20988" actId="20577"/>
          <ac:spMkLst>
            <pc:docMk/>
            <pc:sldMk cId="567730173" sldId="297"/>
            <ac:spMk id="8" creationId="{14E92B41-E4A0-ED37-688C-702E80F31A6F}"/>
          </ac:spMkLst>
        </pc:spChg>
        <pc:picChg chg="add mod">
          <ac:chgData name="Andrea Lucchesi" userId="55048a12-82ae-47e8-a99b-5604122a4ce8" providerId="ADAL" clId="{9D316533-2199-5347-A03E-B92E3EEBDBEA}" dt="2023-05-16T08:49:58.779" v="20197"/>
          <ac:picMkLst>
            <pc:docMk/>
            <pc:sldMk cId="567730173" sldId="297"/>
            <ac:picMk id="3" creationId="{FE387CB5-8EDD-4399-B0D7-97BC129EA1AC}"/>
          </ac:picMkLst>
        </pc:picChg>
        <pc:picChg chg="mod">
          <ac:chgData name="Andrea Lucchesi" userId="55048a12-82ae-47e8-a99b-5604122a4ce8" providerId="ADAL" clId="{9D316533-2199-5347-A03E-B92E3EEBDBEA}" dt="2023-05-16T08:50:09.844" v="20199" actId="167"/>
          <ac:picMkLst>
            <pc:docMk/>
            <pc:sldMk cId="567730173" sldId="297"/>
            <ac:picMk id="4" creationId="{A57A493A-D0E6-8B85-4D25-6E4F59F7FDE0}"/>
          </ac:picMkLst>
        </pc:picChg>
        <pc:picChg chg="add mod">
          <ac:chgData name="Andrea Lucchesi" userId="55048a12-82ae-47e8-a99b-5604122a4ce8" providerId="ADAL" clId="{9D316533-2199-5347-A03E-B92E3EEBDBEA}" dt="2023-05-16T08:50:05.794" v="20198"/>
          <ac:picMkLst>
            <pc:docMk/>
            <pc:sldMk cId="567730173" sldId="297"/>
            <ac:picMk id="9" creationId="{DD290982-7FD1-1DC0-6E04-D48E4C34B46E}"/>
          </ac:picMkLst>
        </pc:picChg>
      </pc:sldChg>
      <pc:sldChg chg="addSp delSp modSp add mod ord">
        <pc:chgData name="Andrea Lucchesi" userId="55048a12-82ae-47e8-a99b-5604122a4ce8" providerId="ADAL" clId="{9D316533-2199-5347-A03E-B92E3EEBDBEA}" dt="2023-05-16T20:06:49.878" v="20926" actId="20577"/>
        <pc:sldMkLst>
          <pc:docMk/>
          <pc:sldMk cId="709712114" sldId="298"/>
        </pc:sldMkLst>
        <pc:spChg chg="mod">
          <ac:chgData name="Andrea Lucchesi" userId="55048a12-82ae-47e8-a99b-5604122a4ce8" providerId="ADAL" clId="{9D316533-2199-5347-A03E-B92E3EEBDBEA}" dt="2023-05-16T20:06:47.934" v="20925" actId="20577"/>
          <ac:spMkLst>
            <pc:docMk/>
            <pc:sldMk cId="709712114" sldId="298"/>
            <ac:spMk id="5" creationId="{719B227A-CF9F-C210-65D2-BA9E554A9739}"/>
          </ac:spMkLst>
        </pc:spChg>
        <pc:spChg chg="mod">
          <ac:chgData name="Andrea Lucchesi" userId="55048a12-82ae-47e8-a99b-5604122a4ce8" providerId="ADAL" clId="{9D316533-2199-5347-A03E-B92E3EEBDBEA}" dt="2023-05-16T20:06:49.878" v="20926" actId="20577"/>
          <ac:spMkLst>
            <pc:docMk/>
            <pc:sldMk cId="709712114" sldId="298"/>
            <ac:spMk id="6" creationId="{BDB88AE8-99A5-D25F-3468-C4293927BC24}"/>
          </ac:spMkLst>
        </pc:spChg>
        <pc:spChg chg="mod">
          <ac:chgData name="Andrea Lucchesi" userId="55048a12-82ae-47e8-a99b-5604122a4ce8" providerId="ADAL" clId="{9D316533-2199-5347-A03E-B92E3EEBDBEA}" dt="2023-05-16T16:21:54.709" v="20780" actId="14861"/>
          <ac:spMkLst>
            <pc:docMk/>
            <pc:sldMk cId="709712114" sldId="298"/>
            <ac:spMk id="10" creationId="{9E844308-D8FD-F5E5-D993-7BF8B0537931}"/>
          </ac:spMkLst>
        </pc:spChg>
        <pc:spChg chg="mod">
          <ac:chgData name="Andrea Lucchesi" userId="55048a12-82ae-47e8-a99b-5604122a4ce8" providerId="ADAL" clId="{9D316533-2199-5347-A03E-B92E3EEBDBEA}" dt="2023-05-16T16:04:19.966" v="20656" actId="14861"/>
          <ac:spMkLst>
            <pc:docMk/>
            <pc:sldMk cId="709712114" sldId="298"/>
            <ac:spMk id="21" creationId="{00000000-0000-0000-0000-000000000000}"/>
          </ac:spMkLst>
        </pc:spChg>
        <pc:graphicFrameChg chg="mod">
          <ac:chgData name="Andrea Lucchesi" userId="55048a12-82ae-47e8-a99b-5604122a4ce8" providerId="ADAL" clId="{9D316533-2199-5347-A03E-B92E3EEBDBEA}" dt="2023-05-16T16:14:56.732" v="20753"/>
          <ac:graphicFrameMkLst>
            <pc:docMk/>
            <pc:sldMk cId="709712114" sldId="298"/>
            <ac:graphicFrameMk id="2" creationId="{F378BF4B-7B39-7F23-708E-0580754DDCF3}"/>
          </ac:graphicFrameMkLst>
        </pc:graphicFrameChg>
        <pc:cxnChg chg="add mod">
          <ac:chgData name="Andrea Lucchesi" userId="55048a12-82ae-47e8-a99b-5604122a4ce8" providerId="ADAL" clId="{9D316533-2199-5347-A03E-B92E3EEBDBEA}" dt="2023-05-16T09:05:42.603" v="20318" actId="1076"/>
          <ac:cxnSpMkLst>
            <pc:docMk/>
            <pc:sldMk cId="709712114" sldId="298"/>
            <ac:cxnSpMk id="11" creationId="{6F21DD68-58E4-0A0A-D6B2-627A10264030}"/>
          </ac:cxnSpMkLst>
        </pc:cxnChg>
        <pc:cxnChg chg="del mod">
          <ac:chgData name="Andrea Lucchesi" userId="55048a12-82ae-47e8-a99b-5604122a4ce8" providerId="ADAL" clId="{9D316533-2199-5347-A03E-B92E3EEBDBEA}" dt="2023-05-16T09:05:10.213" v="20311" actId="478"/>
          <ac:cxnSpMkLst>
            <pc:docMk/>
            <pc:sldMk cId="709712114" sldId="298"/>
            <ac:cxnSpMk id="12" creationId="{3133A984-865A-9A4E-7862-D97257E6ADFA}"/>
          </ac:cxnSpMkLst>
        </pc:cxnChg>
        <pc:cxnChg chg="del mod">
          <ac:chgData name="Andrea Lucchesi" userId="55048a12-82ae-47e8-a99b-5604122a4ce8" providerId="ADAL" clId="{9D316533-2199-5347-A03E-B92E3EEBDBEA}" dt="2023-05-16T09:04:40.326" v="20305" actId="478"/>
          <ac:cxnSpMkLst>
            <pc:docMk/>
            <pc:sldMk cId="709712114" sldId="298"/>
            <ac:cxnSpMk id="13" creationId="{B2C10FBC-CA81-29CC-B8F6-D69330ED61ED}"/>
          </ac:cxnSpMkLst>
        </pc:cxnChg>
        <pc:cxnChg chg="mod">
          <ac:chgData name="Andrea Lucchesi" userId="55048a12-82ae-47e8-a99b-5604122a4ce8" providerId="ADAL" clId="{9D316533-2199-5347-A03E-B92E3EEBDBEA}" dt="2023-05-16T09:06:20.777" v="20323" actId="1076"/>
          <ac:cxnSpMkLst>
            <pc:docMk/>
            <pc:sldMk cId="709712114" sldId="298"/>
            <ac:cxnSpMk id="14" creationId="{C57D3A49-04A2-2D20-B9E6-A6EE0C210595}"/>
          </ac:cxnSpMkLst>
        </pc:cxnChg>
        <pc:cxnChg chg="add mod">
          <ac:chgData name="Andrea Lucchesi" userId="55048a12-82ae-47e8-a99b-5604122a4ce8" providerId="ADAL" clId="{9D316533-2199-5347-A03E-B92E3EEBDBEA}" dt="2023-05-16T09:05:45.766" v="20319" actId="1076"/>
          <ac:cxnSpMkLst>
            <pc:docMk/>
            <pc:sldMk cId="709712114" sldId="298"/>
            <ac:cxnSpMk id="16" creationId="{18C3F439-51ED-E5A6-E51B-740AFCB43A09}"/>
          </ac:cxnSpMkLst>
        </pc:cxnChg>
      </pc:sldChg>
      <pc:sldChg chg="add del">
        <pc:chgData name="Andrea Lucchesi" userId="55048a12-82ae-47e8-a99b-5604122a4ce8" providerId="ADAL" clId="{9D316533-2199-5347-A03E-B92E3EEBDBEA}" dt="2023-05-16T14:35:39.884" v="20331"/>
        <pc:sldMkLst>
          <pc:docMk/>
          <pc:sldMk cId="499784027" sldId="299"/>
        </pc:sldMkLst>
      </pc:sldChg>
      <pc:sldChg chg="add del">
        <pc:chgData name="Andrea Lucchesi" userId="55048a12-82ae-47e8-a99b-5604122a4ce8" providerId="ADAL" clId="{9D316533-2199-5347-A03E-B92E3EEBDBEA}" dt="2023-05-16T14:37:04.636" v="20333"/>
        <pc:sldMkLst>
          <pc:docMk/>
          <pc:sldMk cId="1093532689" sldId="299"/>
        </pc:sldMkLst>
      </pc:sldChg>
      <pc:sldChg chg="addSp delSp modSp add del">
        <pc:chgData name="Andrea Lucchesi" userId="55048a12-82ae-47e8-a99b-5604122a4ce8" providerId="ADAL" clId="{9D316533-2199-5347-A03E-B92E3EEBDBEA}" dt="2023-05-16T15:06:24.878" v="20429" actId="2696"/>
        <pc:sldMkLst>
          <pc:docMk/>
          <pc:sldMk cId="3446086154" sldId="299"/>
        </pc:sldMkLst>
        <pc:graphicFrameChg chg="mod">
          <ac:chgData name="Andrea Lucchesi" userId="55048a12-82ae-47e8-a99b-5604122a4ce8" providerId="ADAL" clId="{9D316533-2199-5347-A03E-B92E3EEBDBEA}" dt="2023-05-16T15:04:32.468" v="20422"/>
          <ac:graphicFrameMkLst>
            <pc:docMk/>
            <pc:sldMk cId="3446086154" sldId="299"/>
            <ac:graphicFrameMk id="2" creationId="{F378BF4B-7B39-7F23-708E-0580754DDCF3}"/>
          </ac:graphicFrameMkLst>
        </pc:graphicFrameChg>
        <pc:graphicFrameChg chg="add del">
          <ac:chgData name="Andrea Lucchesi" userId="55048a12-82ae-47e8-a99b-5604122a4ce8" providerId="ADAL" clId="{9D316533-2199-5347-A03E-B92E3EEBDBEA}" dt="2023-05-16T15:04:28.870" v="20421"/>
          <ac:graphicFrameMkLst>
            <pc:docMk/>
            <pc:sldMk cId="3446086154" sldId="299"/>
            <ac:graphicFrameMk id="3" creationId="{2A64FCEC-1F47-C859-FDA0-0753B5085926}"/>
          </ac:graphicFrameMkLst>
        </pc:graphicFrameChg>
      </pc:sldChg>
      <pc:sldChg chg="addSp modSp add del mod">
        <pc:chgData name="Andrea Lucchesi" userId="55048a12-82ae-47e8-a99b-5604122a4ce8" providerId="ADAL" clId="{9D316533-2199-5347-A03E-B92E3EEBDBEA}" dt="2023-05-16T16:03:17.904" v="20653" actId="2696"/>
        <pc:sldMkLst>
          <pc:docMk/>
          <pc:sldMk cId="4126075671" sldId="299"/>
        </pc:sldMkLst>
        <pc:graphicFrameChg chg="add mod">
          <ac:chgData name="Andrea Lucchesi" userId="55048a12-82ae-47e8-a99b-5604122a4ce8" providerId="ADAL" clId="{9D316533-2199-5347-A03E-B92E3EEBDBEA}" dt="2023-05-16T15:27:06.559" v="20630" actId="14100"/>
          <ac:graphicFrameMkLst>
            <pc:docMk/>
            <pc:sldMk cId="4126075671" sldId="299"/>
            <ac:graphicFrameMk id="4" creationId="{AE8A7E13-BBD8-4F3F-A748-45B44ECC76D3}"/>
          </ac:graphicFrameMkLst>
        </pc:graphicFrameChg>
      </pc:sldChg>
      <pc:sldMasterChg chg="modTransition modSldLayout">
        <pc:chgData name="Andrea Lucchesi" userId="55048a12-82ae-47e8-a99b-5604122a4ce8" providerId="ADAL" clId="{9D316533-2199-5347-A03E-B92E3EEBDBEA}" dt="2023-05-11T17:09:54.066" v="16498"/>
        <pc:sldMasterMkLst>
          <pc:docMk/>
          <pc:sldMasterMk cId="325340055" sldId="2147483648"/>
        </pc:sldMasterMkLst>
        <pc:sldLayoutChg chg="modTransition">
          <pc:chgData name="Andrea Lucchesi" userId="55048a12-82ae-47e8-a99b-5604122a4ce8" providerId="ADAL" clId="{9D316533-2199-5347-A03E-B92E3EEBDBEA}" dt="2023-05-11T17:09:54.066" v="16498"/>
          <pc:sldLayoutMkLst>
            <pc:docMk/>
            <pc:sldMasterMk cId="325340055" sldId="2147483648"/>
            <pc:sldLayoutMk cId="3607758955" sldId="2147483649"/>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4058743795" sldId="2147483650"/>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3876762397" sldId="2147483651"/>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290381489" sldId="2147483652"/>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2209904541" sldId="2147483653"/>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1908899296" sldId="2147483654"/>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616050562" sldId="2147483655"/>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152562230" sldId="2147483656"/>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837009653" sldId="2147483657"/>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511068933" sldId="2147483658"/>
          </pc:sldLayoutMkLst>
        </pc:sldLayoutChg>
        <pc:sldLayoutChg chg="modTransition">
          <pc:chgData name="Andrea Lucchesi" userId="55048a12-82ae-47e8-a99b-5604122a4ce8" providerId="ADAL" clId="{9D316533-2199-5347-A03E-B92E3EEBDBEA}" dt="2023-05-11T17:09:54.066" v="16498"/>
          <pc:sldLayoutMkLst>
            <pc:docMk/>
            <pc:sldMasterMk cId="325340055" sldId="2147483648"/>
            <pc:sldLayoutMk cId="552046848" sldId="214748365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Foglio_di_lavoro_di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Foglio_di_lavoro_di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Foglio_di_lavoro_di_Microsoft_Excel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Foglio_di_lavoro_di_Microsoft_Excel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package" Target="../embeddings/Foglio_di_lavoro_di_Microsoft_Excel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unipiit-my.sharepoint.com/personal/a_lucchesi15_studenti_unipi_it/Documents/MODELLO_BP_EXCEL_3_anni_ver._18.04.23%20(9).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Foglio1!$B$1</c:f>
              <c:strCache>
                <c:ptCount val="1"/>
                <c:pt idx="0">
                  <c:v>Valori Y</c:v>
                </c:pt>
              </c:strCache>
            </c:strRef>
          </c:tx>
          <c:spPr>
            <a:solidFill>
              <a:schemeClr val="accent6">
                <a:lumMod val="20000"/>
                <a:lumOff val="80000"/>
              </a:schemeClr>
            </a:solidFill>
            <a:ln>
              <a:noFill/>
            </a:ln>
            <a:effectLst>
              <a:outerShdw blurRad="57150" dist="19050" dir="5400000" algn="ctr" rotWithShape="0">
                <a:srgbClr val="000000">
                  <a:alpha val="63000"/>
                </a:srgbClr>
              </a:outerShdw>
            </a:effectLst>
          </c:spPr>
          <c:invertIfNegative val="0"/>
          <c:dPt>
            <c:idx val="1"/>
            <c:invertIfNegative val="0"/>
            <c:bubble3D val="1"/>
            <c:extLst>
              <c:ext xmlns:c16="http://schemas.microsoft.com/office/drawing/2014/chart" uri="{C3380CC4-5D6E-409C-BE32-E72D297353CC}">
                <c16:uniqueId val="{00000000-CC25-1F41-B4EB-3CCDEC417F02}"/>
              </c:ext>
            </c:extLst>
          </c:dPt>
          <c:dPt>
            <c:idx val="2"/>
            <c:invertIfNegative val="0"/>
            <c:bubble3D val="1"/>
            <c:spPr>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CC25-1F41-B4EB-3CCDEC417F02}"/>
              </c:ext>
            </c:extLst>
          </c:dPt>
          <c:dLbls>
            <c:delete val="1"/>
          </c:dLbls>
          <c:xVal>
            <c:numRef>
              <c:f>Foglio1!$A$2:$A$4</c:f>
              <c:numCache>
                <c:formatCode>General</c:formatCode>
                <c:ptCount val="3"/>
                <c:pt idx="1">
                  <c:v>2.6</c:v>
                </c:pt>
                <c:pt idx="2">
                  <c:v>2.6</c:v>
                </c:pt>
              </c:numCache>
            </c:numRef>
          </c:xVal>
          <c:yVal>
            <c:numRef>
              <c:f>Foglio1!$B$2:$B$4</c:f>
              <c:numCache>
                <c:formatCode>General</c:formatCode>
                <c:ptCount val="3"/>
                <c:pt idx="1">
                  <c:v>2</c:v>
                </c:pt>
                <c:pt idx="2">
                  <c:v>0.8</c:v>
                </c:pt>
              </c:numCache>
            </c:numRef>
          </c:yVal>
          <c:bubbleSize>
            <c:numRef>
              <c:f>Foglio1!$C$2:$C$4</c:f>
              <c:numCache>
                <c:formatCode>General</c:formatCode>
                <c:ptCount val="3"/>
                <c:pt idx="1">
                  <c:v>4</c:v>
                </c:pt>
                <c:pt idx="2">
                  <c:v>4</c:v>
                </c:pt>
              </c:numCache>
            </c:numRef>
          </c:bubbleSize>
          <c:bubble3D val="1"/>
          <c:extLst>
            <c:ext xmlns:c16="http://schemas.microsoft.com/office/drawing/2014/chart" uri="{C3380CC4-5D6E-409C-BE32-E72D297353CC}">
              <c16:uniqueId val="{00000003-CC25-1F41-B4EB-3CCDEC417F02}"/>
            </c:ext>
          </c:extLst>
        </c:ser>
        <c:dLbls>
          <c:dLblPos val="ctr"/>
          <c:showLegendKey val="0"/>
          <c:showVal val="1"/>
          <c:showCatName val="1"/>
          <c:showSerName val="0"/>
          <c:showPercent val="0"/>
          <c:showBubbleSize val="0"/>
        </c:dLbls>
        <c:bubbleScale val="100"/>
        <c:showNegBubbles val="0"/>
        <c:axId val="2006207408"/>
        <c:axId val="2006209712"/>
      </c:bubbleChart>
      <c:valAx>
        <c:axId val="2006207408"/>
        <c:scaling>
          <c:orientation val="minMax"/>
        </c:scaling>
        <c:delete val="1"/>
        <c:axPos val="b"/>
        <c:title>
          <c:tx>
            <c:rich>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it-IT"/>
                  <a:t>QUALITA'</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it-IT"/>
            </a:p>
          </c:txPr>
        </c:title>
        <c:numFmt formatCode="General" sourceLinked="1"/>
        <c:majorTickMark val="none"/>
        <c:minorTickMark val="none"/>
        <c:tickLblPos val="nextTo"/>
        <c:crossAx val="2006209712"/>
        <c:crosses val="autoZero"/>
        <c:crossBetween val="midCat"/>
      </c:valAx>
      <c:valAx>
        <c:axId val="2006209712"/>
        <c:scaling>
          <c:orientation val="minMax"/>
        </c:scaling>
        <c:delete val="1"/>
        <c:axPos val="l"/>
        <c:majorGridlines>
          <c:spPr>
            <a:ln w="9525" cap="flat" cmpd="sng" algn="ctr">
              <a:solidFill>
                <a:schemeClr val="lt1">
                  <a:lumMod val="95000"/>
                  <a:alpha val="10000"/>
                </a:schemeClr>
              </a:solidFill>
              <a:round/>
            </a:ln>
            <a:effectLst>
              <a:innerShdw blurRad="63500" dist="50800">
                <a:prstClr val="black">
                  <a:alpha val="50000"/>
                </a:prstClr>
              </a:innerShdw>
            </a:effectLst>
          </c:spPr>
        </c:majorGridlines>
        <c:title>
          <c:tx>
            <c:rich>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it-IT"/>
                  <a:t>PREZZO</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it-IT"/>
            </a:p>
          </c:txPr>
        </c:title>
        <c:numFmt formatCode="General" sourceLinked="1"/>
        <c:majorTickMark val="none"/>
        <c:minorTickMark val="none"/>
        <c:tickLblPos val="nextTo"/>
        <c:crossAx val="200620740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a:scene3d>
      <a:camera prst="orthographicFront"/>
      <a:lightRig rig="harsh" dir="t">
        <a:rot lat="0" lon="0" rev="3000000"/>
      </a:lightRig>
    </a:scene3d>
    <a:sp3d>
      <a:bevelT w="82550" h="44450" prst="angle"/>
      <a:bevelB w="82550" h="44450" prst="angle"/>
      <a:contourClr>
        <a:srgbClr val="000000"/>
      </a:contourClr>
    </a:sp3d>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rich>
      </c:tx>
      <c:layout>
        <c:manualLayout>
          <c:xMode val="edge"/>
          <c:yMode val="edge"/>
          <c:x val="0.24031929533661311"/>
          <c:y val="0"/>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it-IT"/>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27997569013661577"/>
          <c:w val="0.95313565098841169"/>
          <c:h val="0.71839517297689925"/>
        </c:manualLayout>
      </c:layout>
      <c:pie3DChart>
        <c:varyColors val="1"/>
        <c:dLbls>
          <c:dLblPos val="ctr"/>
          <c:showLegendKey val="0"/>
          <c:showVal val="0"/>
          <c:showCatName val="1"/>
          <c:showSerName val="0"/>
          <c:showPercent val="0"/>
          <c:showBubbleSize val="0"/>
          <c:showLeaderLines val="0"/>
        </c:dLbls>
      </c:pie3DChart>
      <c:spPr>
        <a:noFill/>
        <a:ln>
          <a:noFill/>
        </a:ln>
        <a:effectLst/>
      </c:spPr>
    </c:plotArea>
    <c:legend>
      <c:legendPos val="b"/>
      <c:layout>
        <c:manualLayout>
          <c:xMode val="edge"/>
          <c:yMode val="edge"/>
          <c:x val="3.1979131442925461E-2"/>
          <c:y val="0.90196118550952975"/>
          <c:w val="0.80822987617345377"/>
          <c:h val="8.0481076491184217E-2"/>
        </c:manualLayout>
      </c:layout>
      <c:overlay val="0"/>
      <c:spPr>
        <a:solidFill>
          <a:schemeClr val="bg1">
            <a:alpha val="93000"/>
          </a:schemeClr>
        </a:solidFill>
        <a:ln>
          <a:solidFill>
            <a:schemeClr val="tx1"/>
          </a:solid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pPr>
      <a:endParaRPr lang="it-I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864747871142641"/>
          <c:y val="0.17607277339971061"/>
          <c:w val="0.88203233458313735"/>
          <c:h val="0.76073505005591147"/>
        </c:manualLayout>
      </c:layout>
      <c:pie3DChart>
        <c:varyColors val="1"/>
        <c:ser>
          <c:idx val="0"/>
          <c:order val="0"/>
          <c:tx>
            <c:strRef>
              <c:f>Foglio1!$B$1</c:f>
              <c:strCache>
                <c:ptCount val="1"/>
                <c:pt idx="0">
                  <c:v>Vendite</c:v>
                </c:pt>
              </c:strCache>
            </c:strRef>
          </c:tx>
          <c:spPr>
            <a:effectLst>
              <a:outerShdw blurRad="50800" dist="38100" dir="8100000" algn="tr" rotWithShape="0">
                <a:prstClr val="black">
                  <a:alpha val="40000"/>
                </a:prstClr>
              </a:outerShdw>
            </a:effectLst>
          </c:spPr>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2-C2C6-6F4A-9576-8A6FD9AD49E3}"/>
              </c:ext>
            </c:extLst>
          </c:dPt>
          <c:dPt>
            <c:idx val="1"/>
            <c:bubble3D val="0"/>
            <c:explosion val="18"/>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1-C2C6-6F4A-9576-8A6FD9AD49E3}"/>
              </c:ext>
            </c:extLst>
          </c:dPt>
          <c:dPt>
            <c:idx val="2"/>
            <c:bubble3D val="0"/>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3-C2C6-6F4A-9576-8A6FD9AD49E3}"/>
              </c:ext>
            </c:extLst>
          </c:dPt>
          <c:dPt>
            <c:idx val="3"/>
            <c:bubble3D val="0"/>
            <c:spPr>
              <a:gradFill rotWithShape="1">
                <a:gsLst>
                  <a:gs pos="0">
                    <a:schemeClr val="accent1">
                      <a:lumMod val="60000"/>
                      <a:lumMod val="110000"/>
                      <a:satMod val="105000"/>
                      <a:tint val="67000"/>
                    </a:schemeClr>
                  </a:gs>
                  <a:gs pos="50000">
                    <a:schemeClr val="accent1">
                      <a:lumMod val="60000"/>
                      <a:lumMod val="105000"/>
                      <a:satMod val="103000"/>
                      <a:tint val="73000"/>
                    </a:schemeClr>
                  </a:gs>
                  <a:gs pos="100000">
                    <a:schemeClr val="accent1">
                      <a:lumMod val="60000"/>
                      <a:lumMod val="105000"/>
                      <a:satMod val="109000"/>
                      <a:tint val="81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4-C2C6-6F4A-9576-8A6FD9AD49E3}"/>
              </c:ext>
            </c:extLst>
          </c:dPt>
          <c:dLbls>
            <c:dLbl>
              <c:idx val="0"/>
              <c:layout>
                <c:manualLayout>
                  <c:x val="-4.7561132912845396E-2"/>
                  <c:y val="-0.19771747406879234"/>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fld id="{2E1FCAE2-BCC7-5B43-882A-8FCDC5996FC1}" type="CATEGORYNAME">
                      <a:rPr lang="en-US" smtClean="0"/>
                      <a:pPr>
                        <a:defRPr/>
                      </a:pPr>
                      <a:t>[NOME CATEGORIA]</a:t>
                    </a:fld>
                    <a:endParaRPr lang="en-US" dirty="0"/>
                  </a:p>
                  <a:p>
                    <a:pPr>
                      <a:defRPr/>
                    </a:pPr>
                    <a:r>
                      <a:rPr lang="en-US" dirty="0"/>
                      <a:t>34%</a:t>
                    </a:r>
                  </a:p>
                </c:rich>
              </c:tx>
              <c:spPr>
                <a:noFill/>
                <a:ln>
                  <a:solidFill>
                    <a:schemeClr val="tx1"/>
                  </a:solid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endParaRPr lang="it-IT"/>
                </a:p>
              </c:txPr>
              <c:dLblPos val="bestFit"/>
              <c:showLegendKey val="0"/>
              <c:showVal val="0"/>
              <c:showCatName val="1"/>
              <c:showSerName val="0"/>
              <c:showPercent val="0"/>
              <c:showBubbleSize val="0"/>
              <c:extLst>
                <c:ext xmlns:c15="http://schemas.microsoft.com/office/drawing/2012/chart" uri="{CE6537A1-D6FC-4f65-9D91-7224C49458BB}">
                  <c15:layout>
                    <c:manualLayout>
                      <c:w val="0.22228113832066893"/>
                      <c:h val="0.15208333333333332"/>
                    </c:manualLayout>
                  </c15:layout>
                  <c15:dlblFieldTable/>
                  <c15:showDataLabelsRange val="0"/>
                </c:ext>
                <c:ext xmlns:c16="http://schemas.microsoft.com/office/drawing/2014/chart" uri="{C3380CC4-5D6E-409C-BE32-E72D297353CC}">
                  <c16:uniqueId val="{00000002-C2C6-6F4A-9576-8A6FD9AD49E3}"/>
                </c:ext>
              </c:extLst>
            </c:dLbl>
            <c:dLbl>
              <c:idx val="1"/>
              <c:layout>
                <c:manualLayout>
                  <c:x val="-8.6271575518413662E-2"/>
                  <c:y val="-3.9309887428365935E-2"/>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fld id="{523F1005-2096-6549-B3E4-4C7531D476E8}" type="CATEGORYNAME">
                      <a:rPr lang="en-US" smtClean="0"/>
                      <a:pPr>
                        <a:defRPr/>
                      </a:pPr>
                      <a:t>[NOME CATEGORIA]</a:t>
                    </a:fld>
                    <a:endParaRPr lang="en-US" dirty="0"/>
                  </a:p>
                  <a:p>
                    <a:pPr>
                      <a:defRPr/>
                    </a:pPr>
                    <a:r>
                      <a:rPr lang="en-US" dirty="0"/>
                      <a:t>36%</a:t>
                    </a:r>
                  </a:p>
                </c:rich>
              </c:tx>
              <c:spPr>
                <a:noFill/>
                <a:ln>
                  <a:solidFill>
                    <a:schemeClr val="tx1"/>
                  </a:solid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endParaRPr lang="it-IT"/>
                </a:p>
              </c:txPr>
              <c:dLblPos val="bestFit"/>
              <c:showLegendKey val="0"/>
              <c:showVal val="0"/>
              <c:showCatName val="1"/>
              <c:showSerName val="0"/>
              <c:showPercent val="0"/>
              <c:showBubbleSize val="0"/>
              <c:extLst>
                <c:ext xmlns:c15="http://schemas.microsoft.com/office/drawing/2012/chart" uri="{CE6537A1-D6FC-4f65-9D91-7224C49458BB}">
                  <c15:layout>
                    <c:manualLayout>
                      <c:w val="0.3613055558664941"/>
                      <c:h val="0.1506578947368421"/>
                    </c:manualLayout>
                  </c15:layout>
                  <c15:dlblFieldTable/>
                  <c15:showDataLabelsRange val="0"/>
                </c:ext>
                <c:ext xmlns:c16="http://schemas.microsoft.com/office/drawing/2014/chart" uri="{C3380CC4-5D6E-409C-BE32-E72D297353CC}">
                  <c16:uniqueId val="{00000001-C2C6-6F4A-9576-8A6FD9AD49E3}"/>
                </c:ext>
              </c:extLst>
            </c:dLbl>
            <c:dLbl>
              <c:idx val="2"/>
              <c:layout>
                <c:manualLayout>
                  <c:x val="-4.7246860003716619E-2"/>
                  <c:y val="-0.12183981432968299"/>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fld id="{61324130-E8F8-2849-A18F-EAE9AE3C1955}" type="CATEGORYNAME">
                      <a:rPr lang="en-US" smtClean="0"/>
                      <a:pPr>
                        <a:defRPr/>
                      </a:pPr>
                      <a:t>[NOME CATEGORIA]</a:t>
                    </a:fld>
                    <a:endParaRPr lang="en-US" dirty="0"/>
                  </a:p>
                  <a:p>
                    <a:pPr>
                      <a:defRPr/>
                    </a:pPr>
                    <a:r>
                      <a:rPr lang="en-US" dirty="0"/>
                      <a:t>18%</a:t>
                    </a:r>
                  </a:p>
                </c:rich>
              </c:tx>
              <c:spPr>
                <a:noFill/>
                <a:ln>
                  <a:solidFill>
                    <a:schemeClr val="tx1"/>
                  </a:solid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endParaRPr lang="it-IT"/>
                </a:p>
              </c:txPr>
              <c:dLblPos val="bestFit"/>
              <c:showLegendKey val="0"/>
              <c:showVal val="0"/>
              <c:showCatName val="1"/>
              <c:showSerName val="0"/>
              <c:showPercent val="0"/>
              <c:showBubbleSize val="0"/>
              <c:extLst>
                <c:ext xmlns:c15="http://schemas.microsoft.com/office/drawing/2012/chart" uri="{CE6537A1-D6FC-4f65-9D91-7224C49458BB}">
                  <c15:layout>
                    <c:manualLayout>
                      <c:w val="0.15738150036671825"/>
                      <c:h val="0.11918859649122805"/>
                    </c:manualLayout>
                  </c15:layout>
                  <c15:dlblFieldTable/>
                  <c15:showDataLabelsRange val="0"/>
                </c:ext>
                <c:ext xmlns:c16="http://schemas.microsoft.com/office/drawing/2014/chart" uri="{C3380CC4-5D6E-409C-BE32-E72D297353CC}">
                  <c16:uniqueId val="{00000003-C2C6-6F4A-9576-8A6FD9AD49E3}"/>
                </c:ext>
              </c:extLst>
            </c:dLbl>
            <c:dLbl>
              <c:idx val="3"/>
              <c:layout>
                <c:manualLayout>
                  <c:x val="-6.0333949126048031E-2"/>
                  <c:y val="-5.3656678745667361E-2"/>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fld id="{395195D3-F3C2-B54E-A55F-EBDB09A4162E}" type="CATEGORYNAME">
                      <a:rPr lang="en-US" smtClean="0"/>
                      <a:pPr>
                        <a:defRPr/>
                      </a:pPr>
                      <a:t>[NOME CATEGORIA]</a:t>
                    </a:fld>
                    <a:endParaRPr lang="en-US" dirty="0"/>
                  </a:p>
                  <a:p>
                    <a:pPr>
                      <a:defRPr/>
                    </a:pPr>
                    <a:r>
                      <a:rPr lang="en-US" dirty="0"/>
                      <a:t>12%</a:t>
                    </a:r>
                  </a:p>
                </c:rich>
              </c:tx>
              <c:spPr>
                <a:noFill/>
                <a:ln>
                  <a:solidFill>
                    <a:schemeClr val="tx1"/>
                  </a:solid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65000"/>
                          <a:lumOff val="35000"/>
                        </a:schemeClr>
                      </a:solidFill>
                      <a:latin typeface="+mn-lt"/>
                      <a:ea typeface="+mn-ea"/>
                      <a:cs typeface="+mn-cs"/>
                    </a:defRPr>
                  </a:pPr>
                  <a:endParaRPr lang="it-IT"/>
                </a:p>
              </c:txPr>
              <c:dLblPos val="bestFit"/>
              <c:showLegendKey val="0"/>
              <c:showVal val="0"/>
              <c:showCatName val="1"/>
              <c:showSerName val="0"/>
              <c:showPercent val="0"/>
              <c:showBubbleSize val="0"/>
              <c:extLst>
                <c:ext xmlns:c15="http://schemas.microsoft.com/office/drawing/2012/chart" uri="{CE6537A1-D6FC-4f65-9D91-7224C49458BB}">
                  <c15:layout>
                    <c:manualLayout>
                      <c:w val="0.13316787616360648"/>
                      <c:h val="0.12649853801169592"/>
                    </c:manualLayout>
                  </c15:layout>
                  <c15:dlblFieldTable/>
                  <c15:showDataLabelsRange val="0"/>
                </c:ext>
                <c:ext xmlns:c16="http://schemas.microsoft.com/office/drawing/2014/chart" uri="{C3380CC4-5D6E-409C-BE32-E72D297353CC}">
                  <c16:uniqueId val="{00000004-C2C6-6F4A-9576-8A6FD9AD49E3}"/>
                </c:ext>
              </c:extLst>
            </c:dLbl>
            <c:spPr>
              <a:noFill/>
              <a:ln>
                <a:solidFill>
                  <a:schemeClr val="tx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it-IT"/>
              </a:p>
            </c:txPr>
            <c:dLblPos val="inEnd"/>
            <c:showLegendKey val="0"/>
            <c:showVal val="0"/>
            <c:showCatName val="1"/>
            <c:showSerName val="0"/>
            <c:showPercent val="0"/>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Foglio1!$A$2:$A$5</c:f>
              <c:strCache>
                <c:ptCount val="4"/>
                <c:pt idx="0">
                  <c:v>35-55</c:v>
                </c:pt>
                <c:pt idx="1">
                  <c:v>Millennials (18-35)</c:v>
                </c:pt>
                <c:pt idx="2">
                  <c:v>55-75</c:v>
                </c:pt>
                <c:pt idx="3">
                  <c:v>75+</c:v>
                </c:pt>
              </c:strCache>
            </c:strRef>
          </c:cat>
          <c:val>
            <c:numRef>
              <c:f>Foglio1!$B$2:$B$5</c:f>
              <c:numCache>
                <c:formatCode>0%</c:formatCode>
                <c:ptCount val="4"/>
                <c:pt idx="0">
                  <c:v>0.36</c:v>
                </c:pt>
                <c:pt idx="1">
                  <c:v>0.34</c:v>
                </c:pt>
                <c:pt idx="2">
                  <c:v>0.18</c:v>
                </c:pt>
                <c:pt idx="3">
                  <c:v>0.12</c:v>
                </c:pt>
              </c:numCache>
            </c:numRef>
          </c:val>
          <c:extLst>
            <c:ext xmlns:c16="http://schemas.microsoft.com/office/drawing/2014/chart" uri="{C3380CC4-5D6E-409C-BE32-E72D297353CC}">
              <c16:uniqueId val="{00000000-C2C6-6F4A-9576-8A6FD9AD49E3}"/>
            </c:ext>
          </c:extLst>
        </c:ser>
        <c:dLbls>
          <c:dLblPos val="inEnd"/>
          <c:showLegendKey val="0"/>
          <c:showVal val="0"/>
          <c:showCatName val="1"/>
          <c:showSerName val="0"/>
          <c:showPercent val="0"/>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rich>
      </c:tx>
      <c:layout>
        <c:manualLayout>
          <c:xMode val="edge"/>
          <c:yMode val="edge"/>
          <c:x val="0.24031929533661311"/>
          <c:y val="0"/>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it-IT"/>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27997569013661577"/>
          <c:w val="0.95313565098841169"/>
          <c:h val="0.71839517297689925"/>
        </c:manualLayout>
      </c:layout>
      <c:pie3DChart>
        <c:varyColors val="1"/>
        <c:ser>
          <c:idx val="0"/>
          <c:order val="0"/>
          <c:tx>
            <c:strRef>
              <c:f>Foglio1!$B$1</c:f>
              <c:strCache>
                <c:ptCount val="1"/>
                <c:pt idx="0">
                  <c:v>Colonna2</c:v>
                </c:pt>
              </c:strCache>
            </c:strRef>
          </c:tx>
          <c:spPr>
            <a:effectLst>
              <a:outerShdw blurRad="50800" dist="38100" dir="8100000" algn="tr" rotWithShape="0">
                <a:prstClr val="black">
                  <a:alpha val="40000"/>
                </a:prstClr>
              </a:outerShdw>
            </a:effectLst>
          </c:spPr>
          <c:dPt>
            <c:idx val="0"/>
            <c:bubble3D val="0"/>
            <c:spPr>
              <a:gradFill rotWithShape="1">
                <a:gsLst>
                  <a:gs pos="0">
                    <a:schemeClr val="accent2">
                      <a:tint val="58000"/>
                      <a:satMod val="103000"/>
                      <a:lumMod val="102000"/>
                      <a:tint val="94000"/>
                    </a:schemeClr>
                  </a:gs>
                  <a:gs pos="50000">
                    <a:schemeClr val="accent2">
                      <a:tint val="58000"/>
                      <a:satMod val="110000"/>
                      <a:lumMod val="100000"/>
                      <a:shade val="100000"/>
                    </a:schemeClr>
                  </a:gs>
                  <a:gs pos="100000">
                    <a:schemeClr val="accent2">
                      <a:tint val="58000"/>
                      <a:lumMod val="99000"/>
                      <a:satMod val="120000"/>
                      <a:shade val="78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1-56FE-CF46-901E-D27632FD5425}"/>
              </c:ext>
            </c:extLst>
          </c:dPt>
          <c:dPt>
            <c:idx val="1"/>
            <c:bubble3D val="0"/>
            <c:spPr>
              <a:gradFill rotWithShape="1">
                <a:gsLst>
                  <a:gs pos="0">
                    <a:schemeClr val="accent2">
                      <a:tint val="86000"/>
                      <a:satMod val="103000"/>
                      <a:lumMod val="102000"/>
                      <a:tint val="94000"/>
                    </a:schemeClr>
                  </a:gs>
                  <a:gs pos="50000">
                    <a:schemeClr val="accent2">
                      <a:tint val="86000"/>
                      <a:satMod val="110000"/>
                      <a:lumMod val="100000"/>
                      <a:shade val="100000"/>
                    </a:schemeClr>
                  </a:gs>
                  <a:gs pos="100000">
                    <a:schemeClr val="accent2">
                      <a:tint val="86000"/>
                      <a:lumMod val="99000"/>
                      <a:satMod val="120000"/>
                      <a:shade val="78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3-56FE-CF46-901E-D27632FD5425}"/>
              </c:ext>
            </c:extLst>
          </c:dPt>
          <c:dPt>
            <c:idx val="2"/>
            <c:bubble3D val="0"/>
            <c:spPr>
              <a:gradFill rotWithShape="1">
                <a:gsLst>
                  <a:gs pos="0">
                    <a:schemeClr val="accent2">
                      <a:shade val="86000"/>
                      <a:satMod val="103000"/>
                      <a:lumMod val="102000"/>
                      <a:tint val="94000"/>
                    </a:schemeClr>
                  </a:gs>
                  <a:gs pos="50000">
                    <a:schemeClr val="accent2">
                      <a:shade val="86000"/>
                      <a:satMod val="110000"/>
                      <a:lumMod val="100000"/>
                      <a:shade val="100000"/>
                    </a:schemeClr>
                  </a:gs>
                  <a:gs pos="100000">
                    <a:schemeClr val="accent2">
                      <a:shade val="86000"/>
                      <a:lumMod val="99000"/>
                      <a:satMod val="120000"/>
                      <a:shade val="78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5-56FE-CF46-901E-D27632FD5425}"/>
              </c:ext>
            </c:extLst>
          </c:dPt>
          <c:dPt>
            <c:idx val="3"/>
            <c:bubble3D val="0"/>
            <c:explosion val="38"/>
            <c:spPr>
              <a:gradFill rotWithShape="1">
                <a:gsLst>
                  <a:gs pos="0">
                    <a:schemeClr val="accent2">
                      <a:shade val="58000"/>
                      <a:satMod val="103000"/>
                      <a:lumMod val="102000"/>
                      <a:tint val="94000"/>
                    </a:schemeClr>
                  </a:gs>
                  <a:gs pos="50000">
                    <a:schemeClr val="accent2">
                      <a:shade val="58000"/>
                      <a:satMod val="110000"/>
                      <a:lumMod val="100000"/>
                      <a:shade val="100000"/>
                    </a:schemeClr>
                  </a:gs>
                  <a:gs pos="100000">
                    <a:schemeClr val="accent2">
                      <a:shade val="58000"/>
                      <a:lumMod val="99000"/>
                      <a:satMod val="120000"/>
                      <a:shade val="78000"/>
                    </a:schemeClr>
                  </a:gs>
                </a:gsLst>
                <a:lin ang="5400000" scaled="0"/>
              </a:gradFill>
              <a:ln>
                <a:noFill/>
              </a:ln>
              <a:effectLst>
                <a:outerShdw blurRad="50800" dist="38100" dir="8100000" algn="tr" rotWithShape="0">
                  <a:prstClr val="black">
                    <a:alpha val="40000"/>
                  </a:prstClr>
                </a:outerShdw>
              </a:effectLst>
              <a:sp3d/>
            </c:spPr>
            <c:extLst>
              <c:ext xmlns:c16="http://schemas.microsoft.com/office/drawing/2014/chart" uri="{C3380CC4-5D6E-409C-BE32-E72D297353CC}">
                <c16:uniqueId val="{00000007-56FE-CF46-901E-D27632FD5425}"/>
              </c:ext>
            </c:extLst>
          </c:dPt>
          <c:dLbls>
            <c:dLbl>
              <c:idx val="0"/>
              <c:layout>
                <c:manualLayout>
                  <c:x val="0.13528231325378806"/>
                  <c:y val="-0.12714679681443672"/>
                </c:manualLayout>
              </c:layout>
              <c:tx>
                <c:rich>
                  <a:bodyPr/>
                  <a:lstStyle/>
                  <a:p>
                    <a:fld id="{26B4864D-93B6-BD4A-9518-5E97E63523BE}" type="CATEGORYNAME">
                      <a:rPr lang="en-US" sz="1400" u="sng"/>
                      <a:pPr/>
                      <a:t>[NOME CATEGORIA]</a:t>
                    </a:fld>
                    <a:r>
                      <a:rPr lang="en-US" dirty="0"/>
                      <a:t>
</a:t>
                    </a:r>
                    <a:fld id="{3FD49007-5225-484E-BD85-B99E1EE5741E}" type="PERCENTAGE">
                      <a:rPr lang="en-US" smtClean="0"/>
                      <a:pPr/>
                      <a:t>[PERCENTUALE]</a:t>
                    </a:fld>
                    <a:endParaRPr lang="en-US" dirty="0"/>
                  </a:p>
                  <a:p>
                    <a:r>
                      <a:rPr lang="en-US" dirty="0"/>
                      <a:t>448.000.000</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6FE-CF46-901E-D27632FD5425}"/>
                </c:ext>
              </c:extLst>
            </c:dLbl>
            <c:dLbl>
              <c:idx val="1"/>
              <c:layout>
                <c:manualLayout>
                  <c:x val="-0.11596905208551385"/>
                  <c:y val="0.15312421283960054"/>
                </c:manualLayout>
              </c:layout>
              <c:tx>
                <c:rich>
                  <a:bodyPr/>
                  <a:lstStyle/>
                  <a:p>
                    <a:fld id="{011DAED6-DEB4-3646-97B3-1415408B3758}" type="CATEGORYNAME">
                      <a:rPr lang="en-US" sz="1400" u="sng"/>
                      <a:pPr/>
                      <a:t>[NOME CATEGORIA]</a:t>
                    </a:fld>
                    <a:r>
                      <a:rPr lang="en-US" dirty="0"/>
                      <a:t>
</a:t>
                    </a:r>
                    <a:fld id="{6FE7134A-5F20-CA4E-B226-1280C07CB622}" type="PERCENTAGE">
                      <a:rPr lang="en-US" smtClean="0"/>
                      <a:pPr/>
                      <a:t>[PERCENTUALE]</a:t>
                    </a:fld>
                    <a:endParaRPr lang="en-US" dirty="0"/>
                  </a:p>
                  <a:p>
                    <a:r>
                      <a:rPr lang="en-US" dirty="0"/>
                      <a:t>78.400.000</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6FE-CF46-901E-D27632FD5425}"/>
                </c:ext>
              </c:extLst>
            </c:dLbl>
            <c:dLbl>
              <c:idx val="2"/>
              <c:layout>
                <c:manualLayout>
                  <c:x val="-3.1296126327767342E-2"/>
                  <c:y val="-3.0056497206384158E-2"/>
                </c:manualLayout>
              </c:layout>
              <c:tx>
                <c:rich>
                  <a:bodyPr/>
                  <a:lstStyle/>
                  <a:p>
                    <a:fld id="{B004A6D9-960B-5647-817B-2DA11821FDB7}" type="CATEGORYNAME">
                      <a:rPr lang="en-US" sz="1400" u="sng"/>
                      <a:pPr/>
                      <a:t>[NOME CATEGORIA]</a:t>
                    </a:fld>
                    <a:r>
                      <a:rPr lang="en-US" dirty="0"/>
                      <a:t>
</a:t>
                    </a:r>
                    <a:fld id="{1D97D874-7645-B947-B528-E9D316369798}" type="PERCENTAGE">
                      <a:rPr lang="en-US" smtClean="0"/>
                      <a:pPr/>
                      <a:t>[PERCENTUALE]</a:t>
                    </a:fld>
                    <a:endParaRPr lang="en-US" dirty="0"/>
                  </a:p>
                  <a:p>
                    <a:r>
                      <a:rPr lang="en-US" dirty="0"/>
                      <a:t>22.400.000</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56FE-CF46-901E-D27632FD5425}"/>
                </c:ext>
              </c:extLst>
            </c:dLbl>
            <c:dLbl>
              <c:idx val="3"/>
              <c:layout>
                <c:manualLayout>
                  <c:x val="0.26400005809946814"/>
                  <c:y val="3.217920800958474E-3"/>
                </c:manualLayout>
              </c:layout>
              <c:tx>
                <c:rich>
                  <a:bodyPr/>
                  <a:lstStyle/>
                  <a:p>
                    <a:fld id="{9E0FCF34-ECC9-E240-8978-DF7E0290A4E7}" type="CATEGORYNAME">
                      <a:rPr lang="en-US" sz="1400" u="sng"/>
                      <a:pPr/>
                      <a:t>[NOME CATEGORIA]</a:t>
                    </a:fld>
                    <a:r>
                      <a:rPr lang="en-US" dirty="0"/>
                      <a:t>
</a:t>
                    </a:r>
                    <a:fld id="{4BA02A46-3BC7-174D-A59A-FCAE8A75E1F2}" type="PERCENTAGE">
                      <a:rPr lang="en-US" sz="1400" b="1" smtClean="0"/>
                      <a:pPr/>
                      <a:t>[PERCENTUALE]</a:t>
                    </a:fld>
                    <a:endParaRPr lang="en-US" dirty="0"/>
                  </a:p>
                  <a:p>
                    <a:r>
                      <a:rPr lang="en-US" sz="1400" b="1" dirty="0"/>
                      <a:t>11.200.000</a:t>
                    </a: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56FE-CF46-901E-D27632FD542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it-IT"/>
              </a:p>
            </c:txPr>
            <c:dLblPos val="ct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Foglio1!$A$2:$A$5</c:f>
              <c:strCache>
                <c:ptCount val="4"/>
                <c:pt idx="0">
                  <c:v>Pure Player</c:v>
                </c:pt>
                <c:pt idx="1">
                  <c:v>GDO</c:v>
                </c:pt>
                <c:pt idx="2">
                  <c:v>Amazon</c:v>
                </c:pt>
                <c:pt idx="3">
                  <c:v>Mercato potenziale</c:v>
                </c:pt>
              </c:strCache>
            </c:strRef>
          </c:cat>
          <c:val>
            <c:numRef>
              <c:f>Foglio1!$B$2:$B$5</c:f>
              <c:numCache>
                <c:formatCode>General</c:formatCode>
                <c:ptCount val="4"/>
                <c:pt idx="0">
                  <c:v>160000</c:v>
                </c:pt>
                <c:pt idx="1">
                  <c:v>28000</c:v>
                </c:pt>
                <c:pt idx="2">
                  <c:v>8000</c:v>
                </c:pt>
                <c:pt idx="3">
                  <c:v>4000</c:v>
                </c:pt>
              </c:numCache>
            </c:numRef>
          </c:val>
          <c:extLst>
            <c:ext xmlns:c16="http://schemas.microsoft.com/office/drawing/2014/chart" uri="{C3380CC4-5D6E-409C-BE32-E72D297353CC}">
              <c16:uniqueId val="{00000008-56FE-CF46-901E-D27632FD5425}"/>
            </c:ext>
          </c:extLst>
        </c:ser>
        <c:dLbls>
          <c:dLblPos val="ctr"/>
          <c:showLegendKey val="0"/>
          <c:showVal val="0"/>
          <c:showCatName val="1"/>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Foglio1!$B$1</c:f>
              <c:strCache>
                <c:ptCount val="1"/>
                <c:pt idx="0">
                  <c:v>FABBISOGNO COMPLESSIVO</c:v>
                </c:pt>
              </c:strCache>
            </c:strRef>
          </c:tx>
          <c:dPt>
            <c:idx val="0"/>
            <c:bubble3D val="0"/>
            <c:spPr>
              <a:solidFill>
                <a:schemeClr val="accent1"/>
              </a:solidFill>
              <a:ln>
                <a:noFill/>
              </a:ln>
              <a:effectLst>
                <a:outerShdw blurRad="254000" sx="102000" sy="102000" algn="ctr" rotWithShape="0">
                  <a:prstClr val="black">
                    <a:alpha val="20000"/>
                  </a:prstClr>
                </a:outerShdw>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1-3BE2-5848-90BF-AAC27B21A6F9}"/>
              </c:ext>
            </c:extLst>
          </c:dPt>
          <c:dPt>
            <c:idx val="1"/>
            <c:bubble3D val="0"/>
            <c:spPr>
              <a:solidFill>
                <a:schemeClr val="accent2"/>
              </a:solidFill>
              <a:ln>
                <a:noFill/>
              </a:ln>
              <a:effectLst>
                <a:outerShdw blurRad="254000" sx="102000" sy="102000" algn="ctr" rotWithShape="0">
                  <a:prstClr val="black">
                    <a:alpha val="20000"/>
                  </a:prstClr>
                </a:outerShdw>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3-3BE2-5848-90BF-AAC27B21A6F9}"/>
              </c:ext>
            </c:extLst>
          </c:dPt>
          <c:dLbls>
            <c:dLbl>
              <c:idx val="0"/>
              <c:tx>
                <c:rich>
                  <a:bodyPr/>
                  <a:lstStyle/>
                  <a:p>
                    <a:r>
                      <a:rPr lang="en-US"/>
                      <a:t>56%</a:t>
                    </a:r>
                  </a:p>
                </c:rich>
              </c:tx>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3BE2-5848-90BF-AAC27B21A6F9}"/>
                </c:ext>
              </c:extLst>
            </c:dLbl>
            <c:dLbl>
              <c:idx val="1"/>
              <c:tx>
                <c:rich>
                  <a:bodyPr/>
                  <a:lstStyle/>
                  <a:p>
                    <a:r>
                      <a:rPr lang="en-US"/>
                      <a:t>44%</a:t>
                    </a:r>
                    <a:endParaRPr lang="en-US" dirty="0"/>
                  </a:p>
                </c:rich>
              </c:tx>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3BE2-5848-90BF-AAC27B21A6F9}"/>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it-IT"/>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Foglio1!$A$2:$A$3</c:f>
              <c:strCache>
                <c:ptCount val="2"/>
                <c:pt idx="0">
                  <c:v>FABBISOGNO STRUTTURALE</c:v>
                </c:pt>
                <c:pt idx="1">
                  <c:v>FABBISOGNO CORRENTE</c:v>
                </c:pt>
              </c:strCache>
            </c:strRef>
          </c:cat>
          <c:val>
            <c:numRef>
              <c:f>Foglio1!$B$2:$B$3</c:f>
              <c:numCache>
                <c:formatCode>#,##0</c:formatCode>
                <c:ptCount val="2"/>
                <c:pt idx="0">
                  <c:v>3125</c:v>
                </c:pt>
                <c:pt idx="1">
                  <c:v>2763.58</c:v>
                </c:pt>
              </c:numCache>
            </c:numRef>
          </c:val>
          <c:extLst>
            <c:ext xmlns:c16="http://schemas.microsoft.com/office/drawing/2014/chart" uri="{C3380CC4-5D6E-409C-BE32-E72D297353CC}">
              <c16:uniqueId val="{00000000-FD2F-5C46-BC77-044B086ADCCB}"/>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a:outerShdw blurRad="50800" dist="38100" dir="5400000" algn="t" rotWithShape="0">
        <a:prstClr val="black">
          <a:alpha val="40000"/>
        </a:prstClr>
      </a:outerShdw>
    </a:effectLst>
  </c:spPr>
  <c:txPr>
    <a:bodyPr/>
    <a:lstStyle/>
    <a:p>
      <a:pPr>
        <a:defRPr/>
      </a:pPr>
      <a:endParaRPr lang="it-IT"/>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31660599203779"/>
          <c:y val="0.13240512043409175"/>
          <c:w val="0.85423843456416149"/>
          <c:h val="0.56695025760423701"/>
        </c:manualLayout>
      </c:layout>
      <c:lineChart>
        <c:grouping val="standard"/>
        <c:varyColors val="0"/>
        <c:ser>
          <c:idx val="0"/>
          <c:order val="0"/>
          <c:tx>
            <c:strRef>
              <c:f>'20. BEP'!$I$4</c:f>
              <c:strCache>
                <c:ptCount val="1"/>
                <c:pt idx="0">
                  <c:v>Costi Totali</c:v>
                </c:pt>
              </c:strCache>
            </c:strRef>
          </c:tx>
          <c:spPr>
            <a:ln w="28575" cap="rnd">
              <a:solidFill>
                <a:schemeClr val="accent1"/>
              </a:solidFill>
              <a:round/>
            </a:ln>
            <a:effectLst/>
          </c:spPr>
          <c:marker>
            <c:symbol val="none"/>
          </c:marker>
          <c:cat>
            <c:numRef>
              <c:f>'20. BEP'!$F$5:$F$27</c:f>
              <c:numCache>
                <c:formatCode>General</c:formatCode>
                <c:ptCount val="2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pt idx="13">
                  <c:v>6500</c:v>
                </c:pt>
                <c:pt idx="14">
                  <c:v>7000</c:v>
                </c:pt>
                <c:pt idx="15">
                  <c:v>7500</c:v>
                </c:pt>
                <c:pt idx="16">
                  <c:v>8000</c:v>
                </c:pt>
                <c:pt idx="17">
                  <c:v>8500</c:v>
                </c:pt>
                <c:pt idx="18">
                  <c:v>9000</c:v>
                </c:pt>
                <c:pt idx="19">
                  <c:v>9500</c:v>
                </c:pt>
                <c:pt idx="20">
                  <c:v>10000</c:v>
                </c:pt>
                <c:pt idx="21">
                  <c:v>10500</c:v>
                </c:pt>
                <c:pt idx="22">
                  <c:v>11000</c:v>
                </c:pt>
              </c:numCache>
              <c:extLst/>
            </c:numRef>
          </c:cat>
          <c:val>
            <c:numRef>
              <c:f>('20. BEP'!$I$5:$I$27,'20. BEP'!$I$35:$I$39)</c:f>
              <c:numCache>
                <c:formatCode>_-"€"\ * #,##0_-;\-"€"\ * #,##0_-;_-"€"\ * "-"??_-;_-@_-</c:formatCode>
                <c:ptCount val="28"/>
                <c:pt idx="0">
                  <c:v>13262.6</c:v>
                </c:pt>
                <c:pt idx="1">
                  <c:v>14279.266666666666</c:v>
                </c:pt>
                <c:pt idx="2">
                  <c:v>15295.933333333334</c:v>
                </c:pt>
                <c:pt idx="3">
                  <c:v>16312.6</c:v>
                </c:pt>
                <c:pt idx="4">
                  <c:v>17329.266666666666</c:v>
                </c:pt>
                <c:pt idx="5">
                  <c:v>18345.933333333334</c:v>
                </c:pt>
                <c:pt idx="6">
                  <c:v>19362.599999999999</c:v>
                </c:pt>
                <c:pt idx="7">
                  <c:v>20379.266666666666</c:v>
                </c:pt>
                <c:pt idx="8">
                  <c:v>21395.933333333334</c:v>
                </c:pt>
                <c:pt idx="9">
                  <c:v>22412.6</c:v>
                </c:pt>
                <c:pt idx="10">
                  <c:v>23429.266666666666</c:v>
                </c:pt>
                <c:pt idx="11">
                  <c:v>24445.933333333334</c:v>
                </c:pt>
                <c:pt idx="12">
                  <c:v>25462.6</c:v>
                </c:pt>
                <c:pt idx="13">
                  <c:v>26479.266666666666</c:v>
                </c:pt>
                <c:pt idx="14">
                  <c:v>27495.933333333334</c:v>
                </c:pt>
                <c:pt idx="15">
                  <c:v>28512.6</c:v>
                </c:pt>
                <c:pt idx="16">
                  <c:v>29529.266666666666</c:v>
                </c:pt>
                <c:pt idx="17">
                  <c:v>30545.933333333334</c:v>
                </c:pt>
                <c:pt idx="18">
                  <c:v>31562.6</c:v>
                </c:pt>
                <c:pt idx="19">
                  <c:v>32579.266666666663</c:v>
                </c:pt>
                <c:pt idx="20">
                  <c:v>33595.933333333334</c:v>
                </c:pt>
                <c:pt idx="21">
                  <c:v>34612.6</c:v>
                </c:pt>
                <c:pt idx="22">
                  <c:v>35629.266666666663</c:v>
                </c:pt>
              </c:numCache>
              <c:extLst/>
            </c:numRef>
          </c:val>
          <c:smooth val="0"/>
          <c:extLst>
            <c:ext xmlns:c16="http://schemas.microsoft.com/office/drawing/2014/chart" uri="{C3380CC4-5D6E-409C-BE32-E72D297353CC}">
              <c16:uniqueId val="{00000000-F5D7-D743-8446-617E748655C2}"/>
            </c:ext>
          </c:extLst>
        </c:ser>
        <c:ser>
          <c:idx val="1"/>
          <c:order val="1"/>
          <c:tx>
            <c:strRef>
              <c:f>'20. BEP'!$J$4</c:f>
              <c:strCache>
                <c:ptCount val="1"/>
                <c:pt idx="0">
                  <c:v>Ricavo</c:v>
                </c:pt>
              </c:strCache>
            </c:strRef>
          </c:tx>
          <c:spPr>
            <a:ln w="28575" cap="rnd">
              <a:solidFill>
                <a:schemeClr val="accent2"/>
              </a:solidFill>
              <a:round/>
            </a:ln>
            <a:effectLst/>
          </c:spPr>
          <c:marker>
            <c:symbol val="none"/>
          </c:marker>
          <c:cat>
            <c:numRef>
              <c:f>'20. BEP'!$F$5:$F$27</c:f>
              <c:numCache>
                <c:formatCode>General</c:formatCode>
                <c:ptCount val="2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pt idx="13">
                  <c:v>6500</c:v>
                </c:pt>
                <c:pt idx="14">
                  <c:v>7000</c:v>
                </c:pt>
                <c:pt idx="15">
                  <c:v>7500</c:v>
                </c:pt>
                <c:pt idx="16">
                  <c:v>8000</c:v>
                </c:pt>
                <c:pt idx="17">
                  <c:v>8500</c:v>
                </c:pt>
                <c:pt idx="18">
                  <c:v>9000</c:v>
                </c:pt>
                <c:pt idx="19">
                  <c:v>9500</c:v>
                </c:pt>
                <c:pt idx="20">
                  <c:v>10000</c:v>
                </c:pt>
                <c:pt idx="21">
                  <c:v>10500</c:v>
                </c:pt>
                <c:pt idx="22">
                  <c:v>11000</c:v>
                </c:pt>
              </c:numCache>
              <c:extLst/>
            </c:numRef>
          </c:cat>
          <c:val>
            <c:numRef>
              <c:f>('20. BEP'!$J$5:$J$27,'20. BEP'!$J$35:$J$39)</c:f>
              <c:numCache>
                <c:formatCode>_-"€"\ * #,##0_-;\-"€"\ * #,##0_-;_-"€"\ * "-"??_-;_-@_-</c:formatCode>
                <c:ptCount val="28"/>
                <c:pt idx="0">
                  <c:v>0</c:v>
                </c:pt>
                <c:pt idx="1">
                  <c:v>5000</c:v>
                </c:pt>
                <c:pt idx="2">
                  <c:v>10000</c:v>
                </c:pt>
                <c:pt idx="3">
                  <c:v>15000</c:v>
                </c:pt>
                <c:pt idx="4">
                  <c:v>20000</c:v>
                </c:pt>
                <c:pt idx="5">
                  <c:v>25000</c:v>
                </c:pt>
                <c:pt idx="6">
                  <c:v>30000</c:v>
                </c:pt>
                <c:pt idx="7">
                  <c:v>35000</c:v>
                </c:pt>
                <c:pt idx="8">
                  <c:v>40000</c:v>
                </c:pt>
                <c:pt idx="9">
                  <c:v>45000</c:v>
                </c:pt>
                <c:pt idx="10">
                  <c:v>50000</c:v>
                </c:pt>
                <c:pt idx="11">
                  <c:v>55000</c:v>
                </c:pt>
                <c:pt idx="12">
                  <c:v>60000</c:v>
                </c:pt>
                <c:pt idx="13">
                  <c:v>65000</c:v>
                </c:pt>
                <c:pt idx="14">
                  <c:v>70000</c:v>
                </c:pt>
                <c:pt idx="15">
                  <c:v>75000</c:v>
                </c:pt>
                <c:pt idx="16">
                  <c:v>80000</c:v>
                </c:pt>
                <c:pt idx="17">
                  <c:v>85000</c:v>
                </c:pt>
                <c:pt idx="18">
                  <c:v>90000</c:v>
                </c:pt>
                <c:pt idx="19">
                  <c:v>95000</c:v>
                </c:pt>
                <c:pt idx="20">
                  <c:v>100000</c:v>
                </c:pt>
                <c:pt idx="21">
                  <c:v>105000</c:v>
                </c:pt>
                <c:pt idx="22">
                  <c:v>110000</c:v>
                </c:pt>
              </c:numCache>
              <c:extLst/>
            </c:numRef>
          </c:val>
          <c:smooth val="0"/>
          <c:extLst>
            <c:ext xmlns:c16="http://schemas.microsoft.com/office/drawing/2014/chart" uri="{C3380CC4-5D6E-409C-BE32-E72D297353CC}">
              <c16:uniqueId val="{00000001-F5D7-D743-8446-617E748655C2}"/>
            </c:ext>
          </c:extLst>
        </c:ser>
        <c:dLbls>
          <c:showLegendKey val="0"/>
          <c:showVal val="0"/>
          <c:showCatName val="0"/>
          <c:showSerName val="0"/>
          <c:showPercent val="0"/>
          <c:showBubbleSize val="0"/>
        </c:dLbls>
        <c:smooth val="0"/>
        <c:axId val="179329576"/>
        <c:axId val="7813312"/>
      </c:lineChart>
      <c:catAx>
        <c:axId val="179329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7813312"/>
        <c:crosses val="autoZero"/>
        <c:auto val="1"/>
        <c:lblAlgn val="ctr"/>
        <c:lblOffset val="100"/>
        <c:noMultiLvlLbl val="1"/>
      </c:catAx>
      <c:valAx>
        <c:axId val="7813312"/>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 #,##0_-;\-&quot;€&quot;\ * #,##0_-;_-&quot;€&quot;\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179329576"/>
        <c:crossesAt val="1"/>
        <c:crossBetween val="between"/>
      </c:valAx>
      <c:spPr>
        <a:noFill/>
        <a:ln>
          <a:noFill/>
        </a:ln>
        <a:effectLst>
          <a:outerShdw blurRad="50800" dist="38100" dir="8100000" algn="tr" rotWithShape="0">
            <a:prstClr val="black">
              <a:alpha val="40000"/>
            </a:prstClr>
          </a:outerShdw>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2">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5">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rawing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14CC9E-2163-1849-A300-374A4407E22D}" type="doc">
      <dgm:prSet loTypeId="urn:microsoft.com/office/officeart/2005/8/layout/hierarchy6" loCatId="" qsTypeId="urn:microsoft.com/office/officeart/2005/8/quickstyle/simple3" qsCatId="simple" csTypeId="urn:microsoft.com/office/officeart/2005/8/colors/accent3_3" csCatId="accent3" phldr="1"/>
      <dgm:spPr/>
      <dgm:t>
        <a:bodyPr/>
        <a:lstStyle/>
        <a:p>
          <a:endParaRPr lang="it-IT"/>
        </a:p>
      </dgm:t>
    </dgm:pt>
    <dgm:pt modelId="{603C89BB-745D-474D-8110-C59D0A0BF52C}">
      <dgm:prSet phldrT="[Testo]" custT="1"/>
      <dgm:spPr>
        <a:effectLst>
          <a:outerShdw blurRad="50800" dist="38100" dir="8100000" algn="tr" rotWithShape="0">
            <a:prstClr val="black">
              <a:alpha val="40000"/>
            </a:prstClr>
          </a:outerShdw>
        </a:effectLst>
      </dgm:spPr>
      <dgm:t>
        <a:bodyPr/>
        <a:lstStyle/>
        <a:p>
          <a:r>
            <a:rPr lang="it-IT" sz="1800" b="1" dirty="0">
              <a:latin typeface="Cambria Math" panose="02040503050406030204" pitchFamily="18" charset="0"/>
              <a:ea typeface="Cambria Math" panose="02040503050406030204" pitchFamily="18" charset="0"/>
            </a:rPr>
            <a:t>Leonardo Zerilli</a:t>
          </a:r>
        </a:p>
        <a:p>
          <a:r>
            <a:rPr lang="it-IT" sz="1400" u="sng" dirty="0">
              <a:latin typeface="Cambria Math" panose="02040503050406030204" pitchFamily="18" charset="0"/>
              <a:ea typeface="Cambria Math" panose="02040503050406030204" pitchFamily="18" charset="0"/>
            </a:rPr>
            <a:t>Titolare e socio fondatore</a:t>
          </a:r>
        </a:p>
        <a:p>
          <a:r>
            <a:rPr lang="it-IT" sz="1400" dirty="0">
              <a:latin typeface="Cambria Math" panose="02040503050406030204" pitchFamily="18" charset="0"/>
              <a:ea typeface="Cambria Math" panose="02040503050406030204" pitchFamily="18" charset="0"/>
            </a:rPr>
            <a:t>Amministratore</a:t>
          </a:r>
          <a:endParaRPr lang="it-IT" sz="1600" dirty="0">
            <a:latin typeface="Cambria Math" panose="02040503050406030204" pitchFamily="18" charset="0"/>
            <a:ea typeface="Cambria Math" panose="02040503050406030204" pitchFamily="18" charset="0"/>
          </a:endParaRPr>
        </a:p>
      </dgm:t>
    </dgm:pt>
    <dgm:pt modelId="{13EDC5CD-993E-3E46-91D9-CC84D6772AED}" type="parTrans" cxnId="{56188939-517E-E547-8848-C7B968AE0FFC}">
      <dgm:prSet/>
      <dgm:spPr/>
      <dgm:t>
        <a:bodyPr/>
        <a:lstStyle/>
        <a:p>
          <a:endParaRPr lang="it-IT"/>
        </a:p>
      </dgm:t>
    </dgm:pt>
    <dgm:pt modelId="{FF2C0ECF-C813-2547-8D19-7866874F19AD}" type="sibTrans" cxnId="{56188939-517E-E547-8848-C7B968AE0FFC}">
      <dgm:prSet/>
      <dgm:spPr/>
      <dgm:t>
        <a:bodyPr/>
        <a:lstStyle/>
        <a:p>
          <a:endParaRPr lang="it-IT"/>
        </a:p>
      </dgm:t>
    </dgm:pt>
    <dgm:pt modelId="{F265F1CB-D11C-DF43-AD64-0F993D51407E}">
      <dgm:prSet phldrT="[Testo]" custT="1"/>
      <dgm:spPr>
        <a:effectLst>
          <a:outerShdw blurRad="50800" dist="38100" dir="8100000" algn="tr" rotWithShape="0">
            <a:prstClr val="black">
              <a:alpha val="40000"/>
            </a:prstClr>
          </a:outerShdw>
        </a:effectLst>
      </dgm:spPr>
      <dgm:t>
        <a:bodyPr/>
        <a:lstStyle/>
        <a:p>
          <a:r>
            <a:rPr lang="it-IT" sz="1800" b="1" dirty="0">
              <a:latin typeface="Cambria Math" panose="02040503050406030204" pitchFamily="18" charset="0"/>
              <a:ea typeface="Cambria Math" panose="02040503050406030204" pitchFamily="18" charset="0"/>
            </a:rPr>
            <a:t>Antonino Zerilli</a:t>
          </a:r>
        </a:p>
        <a:p>
          <a:r>
            <a:rPr lang="it-IT" sz="1400" u="sng" dirty="0">
              <a:latin typeface="Cambria Math" panose="02040503050406030204" pitchFamily="18" charset="0"/>
              <a:ea typeface="Cambria Math" panose="02040503050406030204" pitchFamily="18" charset="0"/>
            </a:rPr>
            <a:t>Socio Fondatore</a:t>
          </a:r>
        </a:p>
        <a:p>
          <a:r>
            <a:rPr lang="it-IT" sz="1400" dirty="0">
              <a:latin typeface="Cambria Math" panose="02040503050406030204" pitchFamily="18" charset="0"/>
              <a:ea typeface="Cambria Math" panose="02040503050406030204" pitchFamily="18" charset="0"/>
            </a:rPr>
            <a:t>Responsabile logistica e gestione vigneto</a:t>
          </a:r>
        </a:p>
      </dgm:t>
    </dgm:pt>
    <dgm:pt modelId="{C30132C2-BC6F-9F45-BB0C-6E1723A4D7AC}" type="parTrans" cxnId="{861D92A4-D135-C141-82C6-ED48141A3A44}">
      <dgm:prSet/>
      <dgm:spPr/>
      <dgm:t>
        <a:bodyPr/>
        <a:lstStyle/>
        <a:p>
          <a:endParaRPr lang="it-IT"/>
        </a:p>
      </dgm:t>
    </dgm:pt>
    <dgm:pt modelId="{A042858D-7C54-FE4D-9245-9673B5E28605}" type="sibTrans" cxnId="{861D92A4-D135-C141-82C6-ED48141A3A44}">
      <dgm:prSet/>
      <dgm:spPr/>
      <dgm:t>
        <a:bodyPr/>
        <a:lstStyle/>
        <a:p>
          <a:endParaRPr lang="it-IT"/>
        </a:p>
      </dgm:t>
    </dgm:pt>
    <dgm:pt modelId="{CE860F87-A376-BE43-B136-407AFAAE21A6}">
      <dgm:prSet phldrT="[Testo]" custT="1"/>
      <dgm:spPr>
        <a:effectLst>
          <a:outerShdw blurRad="50800" dist="38100" dir="8100000" algn="tr" rotWithShape="0">
            <a:prstClr val="black">
              <a:alpha val="40000"/>
            </a:prstClr>
          </a:outerShdw>
        </a:effectLst>
      </dgm:spPr>
      <dgm:t>
        <a:bodyPr/>
        <a:lstStyle/>
        <a:p>
          <a:r>
            <a:rPr lang="it-IT" sz="1800" b="1" dirty="0">
              <a:latin typeface="Cambria Math" panose="02040503050406030204" pitchFamily="18" charset="0"/>
              <a:ea typeface="Cambria Math" panose="02040503050406030204" pitchFamily="18" charset="0"/>
            </a:rPr>
            <a:t>Giuseppe</a:t>
          </a:r>
        </a:p>
        <a:p>
          <a:r>
            <a:rPr lang="it-IT" sz="1400" b="0" dirty="0">
              <a:latin typeface="Cambria Math" panose="02040503050406030204" pitchFamily="18" charset="0"/>
              <a:ea typeface="Cambria Math" panose="02040503050406030204" pitchFamily="18" charset="0"/>
            </a:rPr>
            <a:t>Dipendente addetto alla cura del vigneto</a:t>
          </a:r>
          <a:endParaRPr lang="it-IT" sz="1400" b="1" dirty="0">
            <a:latin typeface="Cambria Math" panose="02040503050406030204" pitchFamily="18" charset="0"/>
            <a:ea typeface="Cambria Math" panose="02040503050406030204" pitchFamily="18" charset="0"/>
          </a:endParaRPr>
        </a:p>
      </dgm:t>
    </dgm:pt>
    <dgm:pt modelId="{C7014522-42F4-9E43-A2EB-ADE425D049FE}" type="parTrans" cxnId="{91B8E2C9-0D47-A54F-9323-EFEFED47C8A5}">
      <dgm:prSet/>
      <dgm:spPr/>
      <dgm:t>
        <a:bodyPr/>
        <a:lstStyle/>
        <a:p>
          <a:endParaRPr lang="it-IT"/>
        </a:p>
      </dgm:t>
    </dgm:pt>
    <dgm:pt modelId="{7E4E588C-44FF-DE43-8CEE-83CCDB31621C}" type="sibTrans" cxnId="{91B8E2C9-0D47-A54F-9323-EFEFED47C8A5}">
      <dgm:prSet/>
      <dgm:spPr/>
      <dgm:t>
        <a:bodyPr/>
        <a:lstStyle/>
        <a:p>
          <a:endParaRPr lang="it-IT"/>
        </a:p>
      </dgm:t>
    </dgm:pt>
    <dgm:pt modelId="{27DF91BB-3AFD-AE43-BDED-0FDC9F4BB1FF}">
      <dgm:prSet phldrT="[Testo]" custT="1"/>
      <dgm:spPr>
        <a:effectLst>
          <a:outerShdw blurRad="50800" dist="38100" dir="8100000" algn="tr" rotWithShape="0">
            <a:prstClr val="black">
              <a:alpha val="40000"/>
            </a:prstClr>
          </a:outerShdw>
        </a:effectLst>
      </dgm:spPr>
      <dgm:t>
        <a:bodyPr/>
        <a:lstStyle/>
        <a:p>
          <a:r>
            <a:rPr lang="it-IT" sz="1800" b="1" dirty="0">
              <a:latin typeface="Cambria Math" panose="02040503050406030204" pitchFamily="18" charset="0"/>
              <a:ea typeface="Cambria Math" panose="02040503050406030204" pitchFamily="18" charset="0"/>
            </a:rPr>
            <a:t>Flavio</a:t>
          </a:r>
        </a:p>
        <a:p>
          <a:r>
            <a:rPr lang="it-IT" sz="1400" b="0" dirty="0">
              <a:latin typeface="Cambria Math" panose="02040503050406030204" pitchFamily="18" charset="0"/>
              <a:ea typeface="Cambria Math" panose="02040503050406030204" pitchFamily="18" charset="0"/>
            </a:rPr>
            <a:t>Dipendente addetto alla cura del vigneto</a:t>
          </a:r>
        </a:p>
      </dgm:t>
    </dgm:pt>
    <dgm:pt modelId="{EC895F16-1ED2-B44C-9EF9-F1C3B2DA0C06}" type="parTrans" cxnId="{5E21672E-39C7-7A4B-8E9A-B4BD3202A203}">
      <dgm:prSet/>
      <dgm:spPr/>
      <dgm:t>
        <a:bodyPr/>
        <a:lstStyle/>
        <a:p>
          <a:endParaRPr lang="it-IT"/>
        </a:p>
      </dgm:t>
    </dgm:pt>
    <dgm:pt modelId="{CE18B409-9C1E-CE4E-8836-0D80C37F680D}" type="sibTrans" cxnId="{5E21672E-39C7-7A4B-8E9A-B4BD3202A203}">
      <dgm:prSet/>
      <dgm:spPr/>
      <dgm:t>
        <a:bodyPr/>
        <a:lstStyle/>
        <a:p>
          <a:endParaRPr lang="it-IT"/>
        </a:p>
      </dgm:t>
    </dgm:pt>
    <dgm:pt modelId="{FD315405-3CC7-0D4B-B553-6E8C8B56E461}">
      <dgm:prSet phldrT="[Testo]" custT="1"/>
      <dgm:spPr>
        <a:effectLst>
          <a:outerShdw blurRad="50800" dist="38100" dir="8100000" algn="tr" rotWithShape="0">
            <a:prstClr val="black">
              <a:alpha val="40000"/>
            </a:prstClr>
          </a:outerShdw>
        </a:effectLst>
      </dgm:spPr>
      <dgm:t>
        <a:bodyPr/>
        <a:lstStyle/>
        <a:p>
          <a:pPr>
            <a:lnSpc>
              <a:spcPct val="100000"/>
            </a:lnSpc>
          </a:pPr>
          <a:r>
            <a:rPr lang="it-IT" sz="1800" b="1" dirty="0">
              <a:latin typeface="Cambria Math" panose="02040503050406030204" pitchFamily="18" charset="0"/>
              <a:ea typeface="Cambria Math" panose="02040503050406030204" pitchFamily="18" charset="0"/>
            </a:rPr>
            <a:t>Vito Zerilli</a:t>
          </a:r>
        </a:p>
        <a:p>
          <a:pPr>
            <a:lnSpc>
              <a:spcPct val="90000"/>
            </a:lnSpc>
          </a:pPr>
          <a:r>
            <a:rPr lang="it-IT" sz="1400" u="sng" dirty="0">
              <a:latin typeface="Cambria Math" panose="02040503050406030204" pitchFamily="18" charset="0"/>
              <a:ea typeface="Cambria Math" panose="02040503050406030204" pitchFamily="18" charset="0"/>
            </a:rPr>
            <a:t>Socio fondatore</a:t>
          </a:r>
        </a:p>
        <a:p>
          <a:pPr>
            <a:lnSpc>
              <a:spcPct val="90000"/>
            </a:lnSpc>
          </a:pPr>
          <a:r>
            <a:rPr lang="it-IT" sz="1400" dirty="0">
              <a:latin typeface="Cambria Math" panose="02040503050406030204" pitchFamily="18" charset="0"/>
              <a:ea typeface="Cambria Math" panose="02040503050406030204" pitchFamily="18" charset="0"/>
            </a:rPr>
            <a:t>Responsabile produzione e addetto alle fasi enologiche</a:t>
          </a:r>
        </a:p>
      </dgm:t>
    </dgm:pt>
    <dgm:pt modelId="{441685B1-CDFB-184C-8530-1539516FC32B}" type="parTrans" cxnId="{FD1F78A7-0345-0E48-9B19-8F2190FEE3F6}">
      <dgm:prSet/>
      <dgm:spPr/>
      <dgm:t>
        <a:bodyPr/>
        <a:lstStyle/>
        <a:p>
          <a:endParaRPr lang="it-IT"/>
        </a:p>
      </dgm:t>
    </dgm:pt>
    <dgm:pt modelId="{5B48B5E5-1091-E34E-9D71-C1EF8AC5A975}" type="sibTrans" cxnId="{FD1F78A7-0345-0E48-9B19-8F2190FEE3F6}">
      <dgm:prSet/>
      <dgm:spPr/>
      <dgm:t>
        <a:bodyPr/>
        <a:lstStyle/>
        <a:p>
          <a:endParaRPr lang="it-IT"/>
        </a:p>
      </dgm:t>
    </dgm:pt>
    <dgm:pt modelId="{E6BD2D04-C7EF-3143-B7E7-485B5C5A1E0D}">
      <dgm:prSet phldrT="[Testo]" custT="1"/>
      <dgm:spPr>
        <a:effectLst>
          <a:outerShdw blurRad="50800" dist="38100" dir="8100000" algn="tr" rotWithShape="0">
            <a:prstClr val="black">
              <a:alpha val="40000"/>
            </a:prstClr>
          </a:outerShdw>
        </a:effectLst>
      </dgm:spPr>
      <dgm:t>
        <a:bodyPr/>
        <a:lstStyle/>
        <a:p>
          <a:r>
            <a:rPr lang="it-IT" sz="1800" b="1" dirty="0">
              <a:latin typeface="Cambria Math" panose="02040503050406030204" pitchFamily="18" charset="0"/>
              <a:ea typeface="Cambria Math" panose="02040503050406030204" pitchFamily="18" charset="0"/>
            </a:rPr>
            <a:t>Antonella</a:t>
          </a:r>
        </a:p>
        <a:p>
          <a:r>
            <a:rPr lang="it-IT" sz="1400" b="0" dirty="0">
              <a:latin typeface="Cambria Math" panose="02040503050406030204" pitchFamily="18" charset="0"/>
              <a:ea typeface="Cambria Math" panose="02040503050406030204" pitchFamily="18" charset="0"/>
            </a:rPr>
            <a:t>Addetta alla contabilità e gestione e-commerce </a:t>
          </a:r>
          <a:endParaRPr lang="it-IT" sz="1800" b="0" dirty="0">
            <a:latin typeface="Cambria Math" panose="02040503050406030204" pitchFamily="18" charset="0"/>
            <a:ea typeface="Cambria Math" panose="02040503050406030204" pitchFamily="18" charset="0"/>
          </a:endParaRPr>
        </a:p>
      </dgm:t>
    </dgm:pt>
    <dgm:pt modelId="{9CFFF652-10CA-E544-83EC-C3FDDDA0C456}" type="parTrans" cxnId="{D6F5E014-FFEA-E549-913F-34E0A82F3DFB}">
      <dgm:prSet/>
      <dgm:spPr/>
      <dgm:t>
        <a:bodyPr/>
        <a:lstStyle/>
        <a:p>
          <a:endParaRPr lang="it-IT"/>
        </a:p>
      </dgm:t>
    </dgm:pt>
    <dgm:pt modelId="{4DCFFEE1-B41F-D54D-BEA4-3B997E05C0E8}" type="sibTrans" cxnId="{D6F5E014-FFEA-E549-913F-34E0A82F3DFB}">
      <dgm:prSet/>
      <dgm:spPr/>
      <dgm:t>
        <a:bodyPr/>
        <a:lstStyle/>
        <a:p>
          <a:endParaRPr lang="it-IT"/>
        </a:p>
      </dgm:t>
    </dgm:pt>
    <dgm:pt modelId="{4F8C1265-D95D-C845-903B-F3B3D4F8C8FC}" type="pres">
      <dgm:prSet presAssocID="{4914CC9E-2163-1849-A300-374A4407E22D}" presName="mainComposite" presStyleCnt="0">
        <dgm:presLayoutVars>
          <dgm:chPref val="1"/>
          <dgm:dir/>
          <dgm:animOne val="branch"/>
          <dgm:animLvl val="lvl"/>
          <dgm:resizeHandles val="exact"/>
        </dgm:presLayoutVars>
      </dgm:prSet>
      <dgm:spPr/>
    </dgm:pt>
    <dgm:pt modelId="{81DE41A7-7D50-AA42-80B0-D8A88A7F254A}" type="pres">
      <dgm:prSet presAssocID="{4914CC9E-2163-1849-A300-374A4407E22D}" presName="hierFlow" presStyleCnt="0"/>
      <dgm:spPr/>
    </dgm:pt>
    <dgm:pt modelId="{916886EC-7543-904B-8AA6-415602AD2AAE}" type="pres">
      <dgm:prSet presAssocID="{4914CC9E-2163-1849-A300-374A4407E22D}" presName="hierChild1" presStyleCnt="0">
        <dgm:presLayoutVars>
          <dgm:chPref val="1"/>
          <dgm:animOne val="branch"/>
          <dgm:animLvl val="lvl"/>
        </dgm:presLayoutVars>
      </dgm:prSet>
      <dgm:spPr/>
    </dgm:pt>
    <dgm:pt modelId="{F3213A7F-4C33-144F-A5DF-04B2EF682D63}" type="pres">
      <dgm:prSet presAssocID="{603C89BB-745D-474D-8110-C59D0A0BF52C}" presName="Name14" presStyleCnt="0"/>
      <dgm:spPr/>
    </dgm:pt>
    <dgm:pt modelId="{6F6B296A-04DD-404C-9BB4-6477D339B502}" type="pres">
      <dgm:prSet presAssocID="{603C89BB-745D-474D-8110-C59D0A0BF52C}" presName="level1Shape" presStyleLbl="node0" presStyleIdx="0" presStyleCnt="1" custScaleX="112246" custScaleY="129893">
        <dgm:presLayoutVars>
          <dgm:chPref val="3"/>
        </dgm:presLayoutVars>
      </dgm:prSet>
      <dgm:spPr/>
    </dgm:pt>
    <dgm:pt modelId="{CDD0DE03-8322-CE41-A55C-80539D84D156}" type="pres">
      <dgm:prSet presAssocID="{603C89BB-745D-474D-8110-C59D0A0BF52C}" presName="hierChild2" presStyleCnt="0"/>
      <dgm:spPr/>
    </dgm:pt>
    <dgm:pt modelId="{14A008EE-956E-3142-9FEF-9D3C821ADF45}" type="pres">
      <dgm:prSet presAssocID="{C30132C2-BC6F-9F45-BB0C-6E1723A4D7AC}" presName="Name19" presStyleLbl="parChTrans1D2" presStyleIdx="0" presStyleCnt="2"/>
      <dgm:spPr/>
    </dgm:pt>
    <dgm:pt modelId="{BEEFF072-5C10-6F49-BD4D-ADAEB355AF11}" type="pres">
      <dgm:prSet presAssocID="{F265F1CB-D11C-DF43-AD64-0F993D51407E}" presName="Name21" presStyleCnt="0"/>
      <dgm:spPr/>
    </dgm:pt>
    <dgm:pt modelId="{94AF7DAC-459F-CD4D-9710-9F3A74020E14}" type="pres">
      <dgm:prSet presAssocID="{F265F1CB-D11C-DF43-AD64-0F993D51407E}" presName="level2Shape" presStyleLbl="node2" presStyleIdx="0" presStyleCnt="2" custScaleX="130500" custScaleY="115942"/>
      <dgm:spPr/>
    </dgm:pt>
    <dgm:pt modelId="{5FA45D39-29A2-7B46-84D8-2073C189420F}" type="pres">
      <dgm:prSet presAssocID="{F265F1CB-D11C-DF43-AD64-0F993D51407E}" presName="hierChild3" presStyleCnt="0"/>
      <dgm:spPr/>
    </dgm:pt>
    <dgm:pt modelId="{3A49B09F-6447-A34A-92AB-E2250CFDB6E3}" type="pres">
      <dgm:prSet presAssocID="{C7014522-42F4-9E43-A2EB-ADE425D049FE}" presName="Name19" presStyleLbl="parChTrans1D3" presStyleIdx="0" presStyleCnt="3"/>
      <dgm:spPr/>
    </dgm:pt>
    <dgm:pt modelId="{298B1798-4E08-AC4A-A091-AB54E1C0B264}" type="pres">
      <dgm:prSet presAssocID="{CE860F87-A376-BE43-B136-407AFAAE21A6}" presName="Name21" presStyleCnt="0"/>
      <dgm:spPr/>
    </dgm:pt>
    <dgm:pt modelId="{8516D678-838C-DD46-B56C-57DA0350D628}" type="pres">
      <dgm:prSet presAssocID="{CE860F87-A376-BE43-B136-407AFAAE21A6}" presName="level2Shape" presStyleLbl="node3" presStyleIdx="0" presStyleCnt="3" custScaleX="125522" custScaleY="103515"/>
      <dgm:spPr/>
    </dgm:pt>
    <dgm:pt modelId="{E1D1FF91-B883-D548-92B4-B11D2C881D7D}" type="pres">
      <dgm:prSet presAssocID="{CE860F87-A376-BE43-B136-407AFAAE21A6}" presName="hierChild3" presStyleCnt="0"/>
      <dgm:spPr/>
    </dgm:pt>
    <dgm:pt modelId="{FCA0A8F3-BDE8-E845-8978-E53863CEFD0B}" type="pres">
      <dgm:prSet presAssocID="{EC895F16-1ED2-B44C-9EF9-F1C3B2DA0C06}" presName="Name19" presStyleLbl="parChTrans1D3" presStyleIdx="1" presStyleCnt="3"/>
      <dgm:spPr/>
    </dgm:pt>
    <dgm:pt modelId="{6CD72BF1-F402-6846-BE4D-401F82E79D93}" type="pres">
      <dgm:prSet presAssocID="{27DF91BB-3AFD-AE43-BDED-0FDC9F4BB1FF}" presName="Name21" presStyleCnt="0"/>
      <dgm:spPr/>
    </dgm:pt>
    <dgm:pt modelId="{B85227E0-8A89-3844-BE49-149712CA1E1D}" type="pres">
      <dgm:prSet presAssocID="{27DF91BB-3AFD-AE43-BDED-0FDC9F4BB1FF}" presName="level2Shape" presStyleLbl="node3" presStyleIdx="1" presStyleCnt="3" custScaleX="123558" custScaleY="101289"/>
      <dgm:spPr/>
    </dgm:pt>
    <dgm:pt modelId="{5F1413CF-6CD8-104D-9E1A-6BF3CF7B0CF9}" type="pres">
      <dgm:prSet presAssocID="{27DF91BB-3AFD-AE43-BDED-0FDC9F4BB1FF}" presName="hierChild3" presStyleCnt="0"/>
      <dgm:spPr/>
    </dgm:pt>
    <dgm:pt modelId="{CCEC51A6-3163-954C-9EEB-0D68E1B580A6}" type="pres">
      <dgm:prSet presAssocID="{441685B1-CDFB-184C-8530-1539516FC32B}" presName="Name19" presStyleLbl="parChTrans1D2" presStyleIdx="1" presStyleCnt="2"/>
      <dgm:spPr/>
    </dgm:pt>
    <dgm:pt modelId="{ED011AC2-DDCA-EE49-BBC3-7DA3DE477B2B}" type="pres">
      <dgm:prSet presAssocID="{FD315405-3CC7-0D4B-B553-6E8C8B56E461}" presName="Name21" presStyleCnt="0"/>
      <dgm:spPr/>
    </dgm:pt>
    <dgm:pt modelId="{ED53EB2D-46BD-114A-911C-21E8911CBBD6}" type="pres">
      <dgm:prSet presAssocID="{FD315405-3CC7-0D4B-B553-6E8C8B56E461}" presName="level2Shape" presStyleLbl="node2" presStyleIdx="1" presStyleCnt="2" custScaleX="133834" custScaleY="131254"/>
      <dgm:spPr/>
    </dgm:pt>
    <dgm:pt modelId="{61E6D150-D207-F64A-9608-58B73DFF4478}" type="pres">
      <dgm:prSet presAssocID="{FD315405-3CC7-0D4B-B553-6E8C8B56E461}" presName="hierChild3" presStyleCnt="0"/>
      <dgm:spPr/>
    </dgm:pt>
    <dgm:pt modelId="{D1247D80-3A67-734A-83D3-C8967DE8C133}" type="pres">
      <dgm:prSet presAssocID="{9CFFF652-10CA-E544-83EC-C3FDDDA0C456}" presName="Name19" presStyleLbl="parChTrans1D3" presStyleIdx="2" presStyleCnt="3"/>
      <dgm:spPr/>
    </dgm:pt>
    <dgm:pt modelId="{5BA8F1BB-5A74-394F-8E09-5FEBB782DAA7}" type="pres">
      <dgm:prSet presAssocID="{E6BD2D04-C7EF-3143-B7E7-485B5C5A1E0D}" presName="Name21" presStyleCnt="0"/>
      <dgm:spPr/>
    </dgm:pt>
    <dgm:pt modelId="{24730444-DCCD-F24A-AE15-C569D5E7B7EE}" type="pres">
      <dgm:prSet presAssocID="{E6BD2D04-C7EF-3143-B7E7-485B5C5A1E0D}" presName="level2Shape" presStyleLbl="node3" presStyleIdx="2" presStyleCnt="3" custScaleX="133804" custScaleY="118724"/>
      <dgm:spPr/>
    </dgm:pt>
    <dgm:pt modelId="{227C26C3-2AE7-7044-B8B9-A7078B4BD62D}" type="pres">
      <dgm:prSet presAssocID="{E6BD2D04-C7EF-3143-B7E7-485B5C5A1E0D}" presName="hierChild3" presStyleCnt="0"/>
      <dgm:spPr/>
    </dgm:pt>
    <dgm:pt modelId="{0DD99EEF-AB1A-3C45-88B3-0F08F5C9E575}" type="pres">
      <dgm:prSet presAssocID="{4914CC9E-2163-1849-A300-374A4407E22D}" presName="bgShapesFlow" presStyleCnt="0"/>
      <dgm:spPr/>
    </dgm:pt>
  </dgm:ptLst>
  <dgm:cxnLst>
    <dgm:cxn modelId="{2A1F4600-3986-DA42-8AF6-2D122CA6B49A}" type="presOf" srcId="{FD315405-3CC7-0D4B-B553-6E8C8B56E461}" destId="{ED53EB2D-46BD-114A-911C-21E8911CBBD6}" srcOrd="0" destOrd="0" presId="urn:microsoft.com/office/officeart/2005/8/layout/hierarchy6"/>
    <dgm:cxn modelId="{D6F5E014-FFEA-E549-913F-34E0A82F3DFB}" srcId="{FD315405-3CC7-0D4B-B553-6E8C8B56E461}" destId="{E6BD2D04-C7EF-3143-B7E7-485B5C5A1E0D}" srcOrd="0" destOrd="0" parTransId="{9CFFF652-10CA-E544-83EC-C3FDDDA0C456}" sibTransId="{4DCFFEE1-B41F-D54D-BEA4-3B997E05C0E8}"/>
    <dgm:cxn modelId="{B27BCD1E-0E47-954F-A717-231E722EA9A5}" type="presOf" srcId="{E6BD2D04-C7EF-3143-B7E7-485B5C5A1E0D}" destId="{24730444-DCCD-F24A-AE15-C569D5E7B7EE}" srcOrd="0" destOrd="0" presId="urn:microsoft.com/office/officeart/2005/8/layout/hierarchy6"/>
    <dgm:cxn modelId="{5E21672E-39C7-7A4B-8E9A-B4BD3202A203}" srcId="{F265F1CB-D11C-DF43-AD64-0F993D51407E}" destId="{27DF91BB-3AFD-AE43-BDED-0FDC9F4BB1FF}" srcOrd="1" destOrd="0" parTransId="{EC895F16-1ED2-B44C-9EF9-F1C3B2DA0C06}" sibTransId="{CE18B409-9C1E-CE4E-8836-0D80C37F680D}"/>
    <dgm:cxn modelId="{24D3BB33-05EF-A843-8BD7-5259B6F51C92}" type="presOf" srcId="{C7014522-42F4-9E43-A2EB-ADE425D049FE}" destId="{3A49B09F-6447-A34A-92AB-E2250CFDB6E3}" srcOrd="0" destOrd="0" presId="urn:microsoft.com/office/officeart/2005/8/layout/hierarchy6"/>
    <dgm:cxn modelId="{56188939-517E-E547-8848-C7B968AE0FFC}" srcId="{4914CC9E-2163-1849-A300-374A4407E22D}" destId="{603C89BB-745D-474D-8110-C59D0A0BF52C}" srcOrd="0" destOrd="0" parTransId="{13EDC5CD-993E-3E46-91D9-CC84D6772AED}" sibTransId="{FF2C0ECF-C813-2547-8D19-7866874F19AD}"/>
    <dgm:cxn modelId="{8654334E-B8D7-5140-9DCD-C3EA3D2BE320}" type="presOf" srcId="{F265F1CB-D11C-DF43-AD64-0F993D51407E}" destId="{94AF7DAC-459F-CD4D-9710-9F3A74020E14}" srcOrd="0" destOrd="0" presId="urn:microsoft.com/office/officeart/2005/8/layout/hierarchy6"/>
    <dgm:cxn modelId="{6F9C1079-9D57-D347-ACBE-9987252DEC76}" type="presOf" srcId="{C30132C2-BC6F-9F45-BB0C-6E1723A4D7AC}" destId="{14A008EE-956E-3142-9FEF-9D3C821ADF45}" srcOrd="0" destOrd="0" presId="urn:microsoft.com/office/officeart/2005/8/layout/hierarchy6"/>
    <dgm:cxn modelId="{0403E989-1B7E-8842-B57C-61AFD68FC97C}" type="presOf" srcId="{4914CC9E-2163-1849-A300-374A4407E22D}" destId="{4F8C1265-D95D-C845-903B-F3B3D4F8C8FC}" srcOrd="0" destOrd="0" presId="urn:microsoft.com/office/officeart/2005/8/layout/hierarchy6"/>
    <dgm:cxn modelId="{861D92A4-D135-C141-82C6-ED48141A3A44}" srcId="{603C89BB-745D-474D-8110-C59D0A0BF52C}" destId="{F265F1CB-D11C-DF43-AD64-0F993D51407E}" srcOrd="0" destOrd="0" parTransId="{C30132C2-BC6F-9F45-BB0C-6E1723A4D7AC}" sibTransId="{A042858D-7C54-FE4D-9245-9673B5E28605}"/>
    <dgm:cxn modelId="{FD1F78A7-0345-0E48-9B19-8F2190FEE3F6}" srcId="{603C89BB-745D-474D-8110-C59D0A0BF52C}" destId="{FD315405-3CC7-0D4B-B553-6E8C8B56E461}" srcOrd="1" destOrd="0" parTransId="{441685B1-CDFB-184C-8530-1539516FC32B}" sibTransId="{5B48B5E5-1091-E34E-9D71-C1EF8AC5A975}"/>
    <dgm:cxn modelId="{0E04AEAF-4CDB-BF43-B10C-3112C1C8E3A5}" type="presOf" srcId="{27DF91BB-3AFD-AE43-BDED-0FDC9F4BB1FF}" destId="{B85227E0-8A89-3844-BE49-149712CA1E1D}" srcOrd="0" destOrd="0" presId="urn:microsoft.com/office/officeart/2005/8/layout/hierarchy6"/>
    <dgm:cxn modelId="{E75950BF-5C3B-EF41-933A-28C2B0D5915C}" type="presOf" srcId="{CE860F87-A376-BE43-B136-407AFAAE21A6}" destId="{8516D678-838C-DD46-B56C-57DA0350D628}" srcOrd="0" destOrd="0" presId="urn:microsoft.com/office/officeart/2005/8/layout/hierarchy6"/>
    <dgm:cxn modelId="{B230F9C3-BF73-4841-BFB1-3F256DDFB99B}" type="presOf" srcId="{9CFFF652-10CA-E544-83EC-C3FDDDA0C456}" destId="{D1247D80-3A67-734A-83D3-C8967DE8C133}" srcOrd="0" destOrd="0" presId="urn:microsoft.com/office/officeart/2005/8/layout/hierarchy6"/>
    <dgm:cxn modelId="{91B8E2C9-0D47-A54F-9323-EFEFED47C8A5}" srcId="{F265F1CB-D11C-DF43-AD64-0F993D51407E}" destId="{CE860F87-A376-BE43-B136-407AFAAE21A6}" srcOrd="0" destOrd="0" parTransId="{C7014522-42F4-9E43-A2EB-ADE425D049FE}" sibTransId="{7E4E588C-44FF-DE43-8CEE-83CCDB31621C}"/>
    <dgm:cxn modelId="{5D0F03CB-85DB-7D43-B652-C65E091650F0}" type="presOf" srcId="{EC895F16-1ED2-B44C-9EF9-F1C3B2DA0C06}" destId="{FCA0A8F3-BDE8-E845-8978-E53863CEFD0B}" srcOrd="0" destOrd="0" presId="urn:microsoft.com/office/officeart/2005/8/layout/hierarchy6"/>
    <dgm:cxn modelId="{A16CCECD-37B2-CE49-9538-775D49EC0A3C}" type="presOf" srcId="{441685B1-CDFB-184C-8530-1539516FC32B}" destId="{CCEC51A6-3163-954C-9EEB-0D68E1B580A6}" srcOrd="0" destOrd="0" presId="urn:microsoft.com/office/officeart/2005/8/layout/hierarchy6"/>
    <dgm:cxn modelId="{EBC2D0FA-DBFB-BC44-9BF6-0AB3441C060A}" type="presOf" srcId="{603C89BB-745D-474D-8110-C59D0A0BF52C}" destId="{6F6B296A-04DD-404C-9BB4-6477D339B502}" srcOrd="0" destOrd="0" presId="urn:microsoft.com/office/officeart/2005/8/layout/hierarchy6"/>
    <dgm:cxn modelId="{B89D3110-69E3-4A4F-A7FC-223935DC3A45}" type="presParOf" srcId="{4F8C1265-D95D-C845-903B-F3B3D4F8C8FC}" destId="{81DE41A7-7D50-AA42-80B0-D8A88A7F254A}" srcOrd="0" destOrd="0" presId="urn:microsoft.com/office/officeart/2005/8/layout/hierarchy6"/>
    <dgm:cxn modelId="{66D3528D-F119-B34F-9F4A-79C7097EA8F5}" type="presParOf" srcId="{81DE41A7-7D50-AA42-80B0-D8A88A7F254A}" destId="{916886EC-7543-904B-8AA6-415602AD2AAE}" srcOrd="0" destOrd="0" presId="urn:microsoft.com/office/officeart/2005/8/layout/hierarchy6"/>
    <dgm:cxn modelId="{3E5BD1DB-E4FC-BA47-8B52-4EEAF298BFB3}" type="presParOf" srcId="{916886EC-7543-904B-8AA6-415602AD2AAE}" destId="{F3213A7F-4C33-144F-A5DF-04B2EF682D63}" srcOrd="0" destOrd="0" presId="urn:microsoft.com/office/officeart/2005/8/layout/hierarchy6"/>
    <dgm:cxn modelId="{BD33D981-DFF2-9B41-BE23-4D85B2699E28}" type="presParOf" srcId="{F3213A7F-4C33-144F-A5DF-04B2EF682D63}" destId="{6F6B296A-04DD-404C-9BB4-6477D339B502}" srcOrd="0" destOrd="0" presId="urn:microsoft.com/office/officeart/2005/8/layout/hierarchy6"/>
    <dgm:cxn modelId="{F47BF4F2-E60C-774C-A1CB-0759E704DBA5}" type="presParOf" srcId="{F3213A7F-4C33-144F-A5DF-04B2EF682D63}" destId="{CDD0DE03-8322-CE41-A55C-80539D84D156}" srcOrd="1" destOrd="0" presId="urn:microsoft.com/office/officeart/2005/8/layout/hierarchy6"/>
    <dgm:cxn modelId="{2A0463EA-1A3F-E346-A7D7-AACDB5C72517}" type="presParOf" srcId="{CDD0DE03-8322-CE41-A55C-80539D84D156}" destId="{14A008EE-956E-3142-9FEF-9D3C821ADF45}" srcOrd="0" destOrd="0" presId="urn:microsoft.com/office/officeart/2005/8/layout/hierarchy6"/>
    <dgm:cxn modelId="{F7F32121-C7C4-A745-A991-8B07F2089208}" type="presParOf" srcId="{CDD0DE03-8322-CE41-A55C-80539D84D156}" destId="{BEEFF072-5C10-6F49-BD4D-ADAEB355AF11}" srcOrd="1" destOrd="0" presId="urn:microsoft.com/office/officeart/2005/8/layout/hierarchy6"/>
    <dgm:cxn modelId="{75048568-F2E5-E347-A1B5-A2B3B7B40193}" type="presParOf" srcId="{BEEFF072-5C10-6F49-BD4D-ADAEB355AF11}" destId="{94AF7DAC-459F-CD4D-9710-9F3A74020E14}" srcOrd="0" destOrd="0" presId="urn:microsoft.com/office/officeart/2005/8/layout/hierarchy6"/>
    <dgm:cxn modelId="{BBC271E3-24CA-B34F-AF8B-3B789B4CDC11}" type="presParOf" srcId="{BEEFF072-5C10-6F49-BD4D-ADAEB355AF11}" destId="{5FA45D39-29A2-7B46-84D8-2073C189420F}" srcOrd="1" destOrd="0" presId="urn:microsoft.com/office/officeart/2005/8/layout/hierarchy6"/>
    <dgm:cxn modelId="{797C18A6-91C2-4747-80FB-B1019706B576}" type="presParOf" srcId="{5FA45D39-29A2-7B46-84D8-2073C189420F}" destId="{3A49B09F-6447-A34A-92AB-E2250CFDB6E3}" srcOrd="0" destOrd="0" presId="urn:microsoft.com/office/officeart/2005/8/layout/hierarchy6"/>
    <dgm:cxn modelId="{E943F26A-0D99-AB42-8F1B-AB0C15575AD2}" type="presParOf" srcId="{5FA45D39-29A2-7B46-84D8-2073C189420F}" destId="{298B1798-4E08-AC4A-A091-AB54E1C0B264}" srcOrd="1" destOrd="0" presId="urn:microsoft.com/office/officeart/2005/8/layout/hierarchy6"/>
    <dgm:cxn modelId="{38EBBB3A-A4D4-3043-81EE-A30A0538179E}" type="presParOf" srcId="{298B1798-4E08-AC4A-A091-AB54E1C0B264}" destId="{8516D678-838C-DD46-B56C-57DA0350D628}" srcOrd="0" destOrd="0" presId="urn:microsoft.com/office/officeart/2005/8/layout/hierarchy6"/>
    <dgm:cxn modelId="{B1523629-7A87-844F-B75A-6F9FFA74A8E8}" type="presParOf" srcId="{298B1798-4E08-AC4A-A091-AB54E1C0B264}" destId="{E1D1FF91-B883-D548-92B4-B11D2C881D7D}" srcOrd="1" destOrd="0" presId="urn:microsoft.com/office/officeart/2005/8/layout/hierarchy6"/>
    <dgm:cxn modelId="{0F9A4FFB-A13E-9048-A511-044BCE2AAE63}" type="presParOf" srcId="{5FA45D39-29A2-7B46-84D8-2073C189420F}" destId="{FCA0A8F3-BDE8-E845-8978-E53863CEFD0B}" srcOrd="2" destOrd="0" presId="urn:microsoft.com/office/officeart/2005/8/layout/hierarchy6"/>
    <dgm:cxn modelId="{D91043E7-F5B4-364D-96B3-CF9621850DD9}" type="presParOf" srcId="{5FA45D39-29A2-7B46-84D8-2073C189420F}" destId="{6CD72BF1-F402-6846-BE4D-401F82E79D93}" srcOrd="3" destOrd="0" presId="urn:microsoft.com/office/officeart/2005/8/layout/hierarchy6"/>
    <dgm:cxn modelId="{E00AE1BC-2E6F-F149-ABFD-F7014431E0BF}" type="presParOf" srcId="{6CD72BF1-F402-6846-BE4D-401F82E79D93}" destId="{B85227E0-8A89-3844-BE49-149712CA1E1D}" srcOrd="0" destOrd="0" presId="urn:microsoft.com/office/officeart/2005/8/layout/hierarchy6"/>
    <dgm:cxn modelId="{5C7632E6-C2A4-DD44-A9BF-C3B99C838CD5}" type="presParOf" srcId="{6CD72BF1-F402-6846-BE4D-401F82E79D93}" destId="{5F1413CF-6CD8-104D-9E1A-6BF3CF7B0CF9}" srcOrd="1" destOrd="0" presId="urn:microsoft.com/office/officeart/2005/8/layout/hierarchy6"/>
    <dgm:cxn modelId="{DABE540F-4512-9C4B-995E-4481973F2133}" type="presParOf" srcId="{CDD0DE03-8322-CE41-A55C-80539D84D156}" destId="{CCEC51A6-3163-954C-9EEB-0D68E1B580A6}" srcOrd="2" destOrd="0" presId="urn:microsoft.com/office/officeart/2005/8/layout/hierarchy6"/>
    <dgm:cxn modelId="{D1D75A34-85F0-7B4B-8A93-54883697274B}" type="presParOf" srcId="{CDD0DE03-8322-CE41-A55C-80539D84D156}" destId="{ED011AC2-DDCA-EE49-BBC3-7DA3DE477B2B}" srcOrd="3" destOrd="0" presId="urn:microsoft.com/office/officeart/2005/8/layout/hierarchy6"/>
    <dgm:cxn modelId="{0B96A1DD-CB5B-5C42-BFB2-A52200F94569}" type="presParOf" srcId="{ED011AC2-DDCA-EE49-BBC3-7DA3DE477B2B}" destId="{ED53EB2D-46BD-114A-911C-21E8911CBBD6}" srcOrd="0" destOrd="0" presId="urn:microsoft.com/office/officeart/2005/8/layout/hierarchy6"/>
    <dgm:cxn modelId="{54B77784-235D-9242-85B8-398A261346C6}" type="presParOf" srcId="{ED011AC2-DDCA-EE49-BBC3-7DA3DE477B2B}" destId="{61E6D150-D207-F64A-9608-58B73DFF4478}" srcOrd="1" destOrd="0" presId="urn:microsoft.com/office/officeart/2005/8/layout/hierarchy6"/>
    <dgm:cxn modelId="{8568FB88-E405-A749-A5E3-97CB178B13E3}" type="presParOf" srcId="{61E6D150-D207-F64A-9608-58B73DFF4478}" destId="{D1247D80-3A67-734A-83D3-C8967DE8C133}" srcOrd="0" destOrd="0" presId="urn:microsoft.com/office/officeart/2005/8/layout/hierarchy6"/>
    <dgm:cxn modelId="{FC2BFEAF-0AB8-AB47-BC5A-B11731B79BA4}" type="presParOf" srcId="{61E6D150-D207-F64A-9608-58B73DFF4478}" destId="{5BA8F1BB-5A74-394F-8E09-5FEBB782DAA7}" srcOrd="1" destOrd="0" presId="urn:microsoft.com/office/officeart/2005/8/layout/hierarchy6"/>
    <dgm:cxn modelId="{FCB7A99E-D274-724E-B4FC-D04F7F99528A}" type="presParOf" srcId="{5BA8F1BB-5A74-394F-8E09-5FEBB782DAA7}" destId="{24730444-DCCD-F24A-AE15-C569D5E7B7EE}" srcOrd="0" destOrd="0" presId="urn:microsoft.com/office/officeart/2005/8/layout/hierarchy6"/>
    <dgm:cxn modelId="{2216650E-803C-144E-A6C9-C6057E9E9B4F}" type="presParOf" srcId="{5BA8F1BB-5A74-394F-8E09-5FEBB782DAA7}" destId="{227C26C3-2AE7-7044-B8B9-A7078B4BD62D}" srcOrd="1" destOrd="0" presId="urn:microsoft.com/office/officeart/2005/8/layout/hierarchy6"/>
    <dgm:cxn modelId="{272F74F0-FBA8-4945-85C9-C56CA119C2F1}" type="presParOf" srcId="{4F8C1265-D95D-C845-903B-F3B3D4F8C8FC}" destId="{0DD99EEF-AB1A-3C45-88B3-0F08F5C9E575}"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BCB902-A29F-0E4F-B85D-3934C5B2A81D}" type="doc">
      <dgm:prSet loTypeId="urn:microsoft.com/office/officeart/2005/8/layout/process1" loCatId="" qsTypeId="urn:microsoft.com/office/officeart/2005/8/quickstyle/simple3" qsCatId="simple" csTypeId="urn:microsoft.com/office/officeart/2005/8/colors/colorful3" csCatId="colorful" phldr="1"/>
      <dgm:spPr/>
    </dgm:pt>
    <dgm:pt modelId="{F5663AFD-4940-7D43-9DE9-C60C87BDBA31}">
      <dgm:prSet phldrT="[Testo]" custT="1"/>
      <dgm:spPr>
        <a:effectLst>
          <a:outerShdw blurRad="50800" dist="38100" dir="8100000" algn="tr" rotWithShape="0">
            <a:prstClr val="black">
              <a:alpha val="40000"/>
            </a:prstClr>
          </a:outerShdw>
        </a:effectLst>
      </dgm:spPr>
      <dgm:t>
        <a:bodyPr/>
        <a:lstStyle/>
        <a:p>
          <a:r>
            <a:rPr lang="it-IT" sz="1600" dirty="0">
              <a:latin typeface="Cambria Math" panose="02040503050406030204" pitchFamily="18" charset="0"/>
              <a:ea typeface="Cambria Math" panose="02040503050406030204" pitchFamily="18" charset="0"/>
            </a:rPr>
            <a:t>Aziende locali del settore che commercializzano gli stessi prodotti</a:t>
          </a:r>
        </a:p>
      </dgm:t>
    </dgm:pt>
    <dgm:pt modelId="{7E518FD7-0B7D-7C45-89B9-04A8725B8702}" type="parTrans" cxnId="{1CC0ED78-49FC-C34D-BDF3-0D7C94FC0841}">
      <dgm:prSet/>
      <dgm:spPr/>
      <dgm:t>
        <a:bodyPr/>
        <a:lstStyle/>
        <a:p>
          <a:endParaRPr lang="it-IT"/>
        </a:p>
      </dgm:t>
    </dgm:pt>
    <dgm:pt modelId="{6C25CAAA-BBE3-A647-BF5E-7D27D1E2148E}" type="sibTrans" cxnId="{1CC0ED78-49FC-C34D-BDF3-0D7C94FC0841}">
      <dgm:prSet/>
      <dgm:spPr>
        <a:effectLst>
          <a:outerShdw blurRad="50800" dist="38100" dir="8100000" algn="tr" rotWithShape="0">
            <a:prstClr val="black">
              <a:alpha val="40000"/>
            </a:prstClr>
          </a:outerShdw>
        </a:effectLst>
      </dgm:spPr>
      <dgm:t>
        <a:bodyPr/>
        <a:lstStyle/>
        <a:p>
          <a:endParaRPr lang="it-IT"/>
        </a:p>
      </dgm:t>
    </dgm:pt>
    <dgm:pt modelId="{C245B866-459F-5646-A467-09A25BC50F0A}">
      <dgm:prSet phldrT="[Testo]" custT="1"/>
      <dgm:spPr>
        <a:effectLst>
          <a:outerShdw blurRad="50800" dist="38100" dir="8100000" algn="tr" rotWithShape="0">
            <a:prstClr val="black">
              <a:alpha val="40000"/>
            </a:prstClr>
          </a:outerShdw>
        </a:effectLst>
      </dgm:spPr>
      <dgm:t>
        <a:bodyPr/>
        <a:lstStyle/>
        <a:p>
          <a:pPr algn="ctr"/>
          <a:r>
            <a:rPr lang="it-IT" sz="1400" dirty="0">
              <a:latin typeface="Century" panose="02040604050505020304" pitchFamily="18" charset="0"/>
            </a:rPr>
            <a:t>- </a:t>
          </a:r>
          <a:r>
            <a:rPr lang="it-IT" sz="1400" dirty="0" err="1">
              <a:latin typeface="Century" panose="02040604050505020304" pitchFamily="18" charset="0"/>
            </a:rPr>
            <a:t>Donnafugata</a:t>
          </a:r>
          <a:endParaRPr lang="it-IT" sz="1400" dirty="0">
            <a:latin typeface="Century" panose="02040604050505020304" pitchFamily="18" charset="0"/>
          </a:endParaRPr>
        </a:p>
        <a:p>
          <a:pPr algn="ctr"/>
          <a:r>
            <a:rPr lang="it-IT" sz="1400" dirty="0">
              <a:latin typeface="Century" panose="02040604050505020304" pitchFamily="18" charset="0"/>
            </a:rPr>
            <a:t>- Azienda agricola Milazzo</a:t>
          </a:r>
        </a:p>
        <a:p>
          <a:pPr algn="ctr"/>
          <a:r>
            <a:rPr lang="it-IT" sz="1400" dirty="0">
              <a:latin typeface="Century" panose="02040604050505020304" pitchFamily="18" charset="0"/>
            </a:rPr>
            <a:t>- Cantine Pellegrino</a:t>
          </a:r>
        </a:p>
        <a:p>
          <a:pPr algn="ctr"/>
          <a:r>
            <a:rPr lang="it-IT" sz="1400" dirty="0">
              <a:latin typeface="Century" panose="02040604050505020304" pitchFamily="18" charset="0"/>
            </a:rPr>
            <a:t>- </a:t>
          </a:r>
          <a:r>
            <a:rPr lang="it-IT" sz="1400" dirty="0" err="1">
              <a:latin typeface="Century" panose="02040604050505020304" pitchFamily="18" charset="0"/>
            </a:rPr>
            <a:t>Firriato</a:t>
          </a:r>
          <a:endParaRPr lang="it-IT" sz="1400" dirty="0">
            <a:latin typeface="Century" panose="02040604050505020304" pitchFamily="18" charset="0"/>
          </a:endParaRPr>
        </a:p>
      </dgm:t>
    </dgm:pt>
    <dgm:pt modelId="{EBE6A67D-6895-BF41-A4F2-17DD1415EAD8}" type="parTrans" cxnId="{7D6E0CBE-028D-AF47-B4D8-58F6AC31D38C}">
      <dgm:prSet/>
      <dgm:spPr/>
      <dgm:t>
        <a:bodyPr/>
        <a:lstStyle/>
        <a:p>
          <a:endParaRPr lang="it-IT"/>
        </a:p>
      </dgm:t>
    </dgm:pt>
    <dgm:pt modelId="{AC893FC5-60F5-E545-B7DD-E31333B06052}" type="sibTrans" cxnId="{7D6E0CBE-028D-AF47-B4D8-58F6AC31D38C}">
      <dgm:prSet/>
      <dgm:spPr/>
      <dgm:t>
        <a:bodyPr/>
        <a:lstStyle/>
        <a:p>
          <a:endParaRPr lang="it-IT"/>
        </a:p>
      </dgm:t>
    </dgm:pt>
    <dgm:pt modelId="{B4128B88-EF00-484A-9918-00584344E98F}">
      <dgm:prSet phldrT="[Testo]" custT="1"/>
      <dgm:spPr>
        <a:effectLst>
          <a:outerShdw blurRad="50800" dist="38100" dir="8100000" algn="tr" rotWithShape="0">
            <a:prstClr val="black">
              <a:alpha val="40000"/>
            </a:prstClr>
          </a:outerShdw>
        </a:effectLst>
      </dgm:spPr>
      <dgm:t>
        <a:bodyPr/>
        <a:lstStyle/>
        <a:p>
          <a:r>
            <a:rPr lang="it-IT" sz="3600" dirty="0">
              <a:latin typeface="Cambria Math" panose="02040503050406030204" pitchFamily="18" charset="0"/>
              <a:ea typeface="Cambria Math" panose="02040503050406030204" pitchFamily="18" charset="0"/>
            </a:rPr>
            <a:t>Diretti</a:t>
          </a:r>
          <a:endParaRPr lang="it-IT" sz="4000" dirty="0">
            <a:latin typeface="Cambria Math" panose="02040503050406030204" pitchFamily="18" charset="0"/>
            <a:ea typeface="Cambria Math" panose="02040503050406030204" pitchFamily="18" charset="0"/>
          </a:endParaRPr>
        </a:p>
      </dgm:t>
    </dgm:pt>
    <dgm:pt modelId="{E17345CB-876B-FF4D-BD09-48B1BFECC682}" type="parTrans" cxnId="{C29B85CE-F197-F449-99CE-E19AAD75163B}">
      <dgm:prSet/>
      <dgm:spPr/>
      <dgm:t>
        <a:bodyPr/>
        <a:lstStyle/>
        <a:p>
          <a:endParaRPr lang="it-IT"/>
        </a:p>
      </dgm:t>
    </dgm:pt>
    <dgm:pt modelId="{6370801D-78B4-744D-8DED-8DCC7ABFB160}" type="sibTrans" cxnId="{C29B85CE-F197-F449-99CE-E19AAD75163B}">
      <dgm:prSet/>
      <dgm:spPr>
        <a:effectLst>
          <a:outerShdw blurRad="50800" dist="38100" dir="8100000" algn="tr" rotWithShape="0">
            <a:prstClr val="black">
              <a:alpha val="40000"/>
            </a:prstClr>
          </a:outerShdw>
        </a:effectLst>
      </dgm:spPr>
      <dgm:t>
        <a:bodyPr/>
        <a:lstStyle/>
        <a:p>
          <a:endParaRPr lang="it-IT"/>
        </a:p>
      </dgm:t>
    </dgm:pt>
    <dgm:pt modelId="{AEAF48CC-E379-C94B-AE55-69C855A38CA2}" type="pres">
      <dgm:prSet presAssocID="{3DBCB902-A29F-0E4F-B85D-3934C5B2A81D}" presName="Name0" presStyleCnt="0">
        <dgm:presLayoutVars>
          <dgm:dir/>
          <dgm:resizeHandles val="exact"/>
        </dgm:presLayoutVars>
      </dgm:prSet>
      <dgm:spPr/>
    </dgm:pt>
    <dgm:pt modelId="{4030E608-93A9-6344-BE3F-947D74DAAF0A}" type="pres">
      <dgm:prSet presAssocID="{B4128B88-EF00-484A-9918-00584344E98F}" presName="node" presStyleLbl="node1" presStyleIdx="0" presStyleCnt="3" custScaleY="86572">
        <dgm:presLayoutVars>
          <dgm:bulletEnabled val="1"/>
        </dgm:presLayoutVars>
      </dgm:prSet>
      <dgm:spPr/>
    </dgm:pt>
    <dgm:pt modelId="{C5F73232-423D-744E-859F-DA75DB09A54C}" type="pres">
      <dgm:prSet presAssocID="{6370801D-78B4-744D-8DED-8DCC7ABFB160}" presName="sibTrans" presStyleLbl="sibTrans2D1" presStyleIdx="0" presStyleCnt="2"/>
      <dgm:spPr/>
    </dgm:pt>
    <dgm:pt modelId="{0A41DF30-70EA-134F-91A3-84F464FB2C88}" type="pres">
      <dgm:prSet presAssocID="{6370801D-78B4-744D-8DED-8DCC7ABFB160}" presName="connectorText" presStyleLbl="sibTrans2D1" presStyleIdx="0" presStyleCnt="2"/>
      <dgm:spPr/>
    </dgm:pt>
    <dgm:pt modelId="{A9DC63DA-F7B6-274A-B49F-5F16BA7ACBD1}" type="pres">
      <dgm:prSet presAssocID="{F5663AFD-4940-7D43-9DE9-C60C87BDBA31}" presName="node" presStyleLbl="node1" presStyleIdx="1" presStyleCnt="3">
        <dgm:presLayoutVars>
          <dgm:bulletEnabled val="1"/>
        </dgm:presLayoutVars>
      </dgm:prSet>
      <dgm:spPr/>
    </dgm:pt>
    <dgm:pt modelId="{416BDA6E-75F4-6A4D-B4DA-EF5722988D00}" type="pres">
      <dgm:prSet presAssocID="{6C25CAAA-BBE3-A647-BF5E-7D27D1E2148E}" presName="sibTrans" presStyleLbl="sibTrans2D1" presStyleIdx="1" presStyleCnt="2"/>
      <dgm:spPr/>
    </dgm:pt>
    <dgm:pt modelId="{5C7E71D8-CA32-7A4A-9DEE-3B0D2F9CEF99}" type="pres">
      <dgm:prSet presAssocID="{6C25CAAA-BBE3-A647-BF5E-7D27D1E2148E}" presName="connectorText" presStyleLbl="sibTrans2D1" presStyleIdx="1" presStyleCnt="2"/>
      <dgm:spPr/>
    </dgm:pt>
    <dgm:pt modelId="{ECE02233-CFF8-5B45-9DC1-376596C93B1A}" type="pres">
      <dgm:prSet presAssocID="{C245B866-459F-5646-A467-09A25BC50F0A}" presName="node" presStyleLbl="node1" presStyleIdx="2" presStyleCnt="3">
        <dgm:presLayoutVars>
          <dgm:bulletEnabled val="1"/>
        </dgm:presLayoutVars>
      </dgm:prSet>
      <dgm:spPr/>
    </dgm:pt>
  </dgm:ptLst>
  <dgm:cxnLst>
    <dgm:cxn modelId="{FAFBA002-6A96-874C-97F9-CAA57B40FED1}" type="presOf" srcId="{6370801D-78B4-744D-8DED-8DCC7ABFB160}" destId="{0A41DF30-70EA-134F-91A3-84F464FB2C88}" srcOrd="1" destOrd="0" presId="urn:microsoft.com/office/officeart/2005/8/layout/process1"/>
    <dgm:cxn modelId="{C8131D23-5334-154A-BA6B-303612D15C48}" type="presOf" srcId="{6370801D-78B4-744D-8DED-8DCC7ABFB160}" destId="{C5F73232-423D-744E-859F-DA75DB09A54C}" srcOrd="0" destOrd="0" presId="urn:microsoft.com/office/officeart/2005/8/layout/process1"/>
    <dgm:cxn modelId="{659E633D-FC06-0C45-A445-AAA79998306B}" type="presOf" srcId="{B4128B88-EF00-484A-9918-00584344E98F}" destId="{4030E608-93A9-6344-BE3F-947D74DAAF0A}" srcOrd="0" destOrd="0" presId="urn:microsoft.com/office/officeart/2005/8/layout/process1"/>
    <dgm:cxn modelId="{4C4EED6D-C4C7-4748-AEBF-76F54D382AB0}" type="presOf" srcId="{6C25CAAA-BBE3-A647-BF5E-7D27D1E2148E}" destId="{5C7E71D8-CA32-7A4A-9DEE-3B0D2F9CEF99}" srcOrd="1" destOrd="0" presId="urn:microsoft.com/office/officeart/2005/8/layout/process1"/>
    <dgm:cxn modelId="{1CC0ED78-49FC-C34D-BDF3-0D7C94FC0841}" srcId="{3DBCB902-A29F-0E4F-B85D-3934C5B2A81D}" destId="{F5663AFD-4940-7D43-9DE9-C60C87BDBA31}" srcOrd="1" destOrd="0" parTransId="{7E518FD7-0B7D-7C45-89B9-04A8725B8702}" sibTransId="{6C25CAAA-BBE3-A647-BF5E-7D27D1E2148E}"/>
    <dgm:cxn modelId="{B7ACE393-1D30-D04D-B705-0CF5BAAEB585}" type="presOf" srcId="{3DBCB902-A29F-0E4F-B85D-3934C5B2A81D}" destId="{AEAF48CC-E379-C94B-AE55-69C855A38CA2}" srcOrd="0" destOrd="0" presId="urn:microsoft.com/office/officeart/2005/8/layout/process1"/>
    <dgm:cxn modelId="{7D6E0CBE-028D-AF47-B4D8-58F6AC31D38C}" srcId="{3DBCB902-A29F-0E4F-B85D-3934C5B2A81D}" destId="{C245B866-459F-5646-A467-09A25BC50F0A}" srcOrd="2" destOrd="0" parTransId="{EBE6A67D-6895-BF41-A4F2-17DD1415EAD8}" sibTransId="{AC893FC5-60F5-E545-B7DD-E31333B06052}"/>
    <dgm:cxn modelId="{C29B85CE-F197-F449-99CE-E19AAD75163B}" srcId="{3DBCB902-A29F-0E4F-B85D-3934C5B2A81D}" destId="{B4128B88-EF00-484A-9918-00584344E98F}" srcOrd="0" destOrd="0" parTransId="{E17345CB-876B-FF4D-BD09-48B1BFECC682}" sibTransId="{6370801D-78B4-744D-8DED-8DCC7ABFB160}"/>
    <dgm:cxn modelId="{5BB441E8-F40F-384E-B418-1E3235EA2E71}" type="presOf" srcId="{C245B866-459F-5646-A467-09A25BC50F0A}" destId="{ECE02233-CFF8-5B45-9DC1-376596C93B1A}" srcOrd="0" destOrd="0" presId="urn:microsoft.com/office/officeart/2005/8/layout/process1"/>
    <dgm:cxn modelId="{55A1A8E8-A1E5-1641-94E3-CB0300526A6A}" type="presOf" srcId="{F5663AFD-4940-7D43-9DE9-C60C87BDBA31}" destId="{A9DC63DA-F7B6-274A-B49F-5F16BA7ACBD1}" srcOrd="0" destOrd="0" presId="urn:microsoft.com/office/officeart/2005/8/layout/process1"/>
    <dgm:cxn modelId="{BC8EE6F4-4E07-3A40-8D45-274AB9D4A543}" type="presOf" srcId="{6C25CAAA-BBE3-A647-BF5E-7D27D1E2148E}" destId="{416BDA6E-75F4-6A4D-B4DA-EF5722988D00}" srcOrd="0" destOrd="0" presId="urn:microsoft.com/office/officeart/2005/8/layout/process1"/>
    <dgm:cxn modelId="{6EB8776F-9542-5D49-97C6-63DBA7C6FB78}" type="presParOf" srcId="{AEAF48CC-E379-C94B-AE55-69C855A38CA2}" destId="{4030E608-93A9-6344-BE3F-947D74DAAF0A}" srcOrd="0" destOrd="0" presId="urn:microsoft.com/office/officeart/2005/8/layout/process1"/>
    <dgm:cxn modelId="{48C5F0CE-D8F1-BD4C-A7B6-222FA08C6F9B}" type="presParOf" srcId="{AEAF48CC-E379-C94B-AE55-69C855A38CA2}" destId="{C5F73232-423D-744E-859F-DA75DB09A54C}" srcOrd="1" destOrd="0" presId="urn:microsoft.com/office/officeart/2005/8/layout/process1"/>
    <dgm:cxn modelId="{D501E08D-D265-D143-9DC3-20A54A6C9929}" type="presParOf" srcId="{C5F73232-423D-744E-859F-DA75DB09A54C}" destId="{0A41DF30-70EA-134F-91A3-84F464FB2C88}" srcOrd="0" destOrd="0" presId="urn:microsoft.com/office/officeart/2005/8/layout/process1"/>
    <dgm:cxn modelId="{7FFE26DF-04DF-6643-8A2F-0C3EC39D3F7D}" type="presParOf" srcId="{AEAF48CC-E379-C94B-AE55-69C855A38CA2}" destId="{A9DC63DA-F7B6-274A-B49F-5F16BA7ACBD1}" srcOrd="2" destOrd="0" presId="urn:microsoft.com/office/officeart/2005/8/layout/process1"/>
    <dgm:cxn modelId="{D953AF6D-DA09-0D4F-B288-3B15238114BF}" type="presParOf" srcId="{AEAF48CC-E379-C94B-AE55-69C855A38CA2}" destId="{416BDA6E-75F4-6A4D-B4DA-EF5722988D00}" srcOrd="3" destOrd="0" presId="urn:microsoft.com/office/officeart/2005/8/layout/process1"/>
    <dgm:cxn modelId="{270E1F39-320B-CC40-B384-DE1D4B9B672D}" type="presParOf" srcId="{416BDA6E-75F4-6A4D-B4DA-EF5722988D00}" destId="{5C7E71D8-CA32-7A4A-9DEE-3B0D2F9CEF99}" srcOrd="0" destOrd="0" presId="urn:microsoft.com/office/officeart/2005/8/layout/process1"/>
    <dgm:cxn modelId="{901703ED-C7B1-1941-8EF9-B9347676D665}" type="presParOf" srcId="{AEAF48CC-E379-C94B-AE55-69C855A38CA2}" destId="{ECE02233-CFF8-5B45-9DC1-376596C93B1A}"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3DBCB902-A29F-0E4F-B85D-3934C5B2A81D}" type="doc">
      <dgm:prSet loTypeId="urn:microsoft.com/office/officeart/2005/8/layout/process1" loCatId="" qsTypeId="urn:microsoft.com/office/officeart/2005/8/quickstyle/simple1" qsCatId="simple" csTypeId="urn:microsoft.com/office/officeart/2005/8/colors/accent0_3" csCatId="mainScheme" phldr="1"/>
      <dgm:spPr/>
    </dgm:pt>
    <dgm:pt modelId="{F5663AFD-4940-7D43-9DE9-C60C87BDBA31}">
      <dgm:prSet phldrT="[Testo]" custT="1"/>
      <dgm:spPr>
        <a:effectLst>
          <a:outerShdw blurRad="50800" dist="38100" dir="8100000" algn="tr" rotWithShape="0">
            <a:prstClr val="black">
              <a:alpha val="40000"/>
            </a:prstClr>
          </a:outerShdw>
        </a:effectLst>
      </dgm:spPr>
      <dgm:t>
        <a:bodyPr/>
        <a:lstStyle/>
        <a:p>
          <a:r>
            <a:rPr lang="it-IT" sz="1800" dirty="0">
              <a:latin typeface="Century" panose="02040604050505020304" pitchFamily="18" charset="0"/>
            </a:rPr>
            <a:t>Piattaforme di      e-commerce online</a:t>
          </a:r>
        </a:p>
      </dgm:t>
    </dgm:pt>
    <dgm:pt modelId="{7E518FD7-0B7D-7C45-89B9-04A8725B8702}" type="parTrans" cxnId="{1CC0ED78-49FC-C34D-BDF3-0D7C94FC0841}">
      <dgm:prSet/>
      <dgm:spPr/>
      <dgm:t>
        <a:bodyPr/>
        <a:lstStyle/>
        <a:p>
          <a:endParaRPr lang="it-IT"/>
        </a:p>
      </dgm:t>
    </dgm:pt>
    <dgm:pt modelId="{6C25CAAA-BBE3-A647-BF5E-7D27D1E2148E}" type="sibTrans" cxnId="{1CC0ED78-49FC-C34D-BDF3-0D7C94FC0841}">
      <dgm:prSet/>
      <dgm:spPr>
        <a:effectLst>
          <a:outerShdw blurRad="50800" dist="38100" dir="8100000" algn="tr" rotWithShape="0">
            <a:prstClr val="black">
              <a:alpha val="40000"/>
            </a:prstClr>
          </a:outerShdw>
        </a:effectLst>
      </dgm:spPr>
      <dgm:t>
        <a:bodyPr/>
        <a:lstStyle/>
        <a:p>
          <a:endParaRPr lang="it-IT"/>
        </a:p>
      </dgm:t>
    </dgm:pt>
    <dgm:pt modelId="{C245B866-459F-5646-A467-09A25BC50F0A}">
      <dgm:prSet phldrT="[Testo]" custT="1"/>
      <dgm:spPr>
        <a:effectLst>
          <a:outerShdw blurRad="50800" dist="38100" dir="8100000" algn="tr" rotWithShape="0">
            <a:prstClr val="black">
              <a:alpha val="40000"/>
            </a:prstClr>
          </a:outerShdw>
        </a:effectLst>
      </dgm:spPr>
      <dgm:t>
        <a:bodyPr/>
        <a:lstStyle/>
        <a:p>
          <a:r>
            <a:rPr lang="it-IT" sz="1800" dirty="0">
              <a:latin typeface="Century" panose="02040604050505020304" pitchFamily="18" charset="0"/>
            </a:rPr>
            <a:t>- Tannico</a:t>
          </a:r>
        </a:p>
        <a:p>
          <a:r>
            <a:rPr lang="it-IT" sz="1800" dirty="0">
              <a:latin typeface="Century" panose="02040604050505020304" pitchFamily="18" charset="0"/>
            </a:rPr>
            <a:t>- </a:t>
          </a:r>
          <a:r>
            <a:rPr lang="it-IT" sz="1800" dirty="0" err="1">
              <a:latin typeface="Century" panose="02040604050505020304" pitchFamily="18" charset="0"/>
            </a:rPr>
            <a:t>CallmeWine</a:t>
          </a:r>
          <a:endParaRPr lang="it-IT" sz="1800" dirty="0">
            <a:latin typeface="Century" panose="02040604050505020304" pitchFamily="18" charset="0"/>
          </a:endParaRPr>
        </a:p>
        <a:p>
          <a:r>
            <a:rPr lang="it-IT" sz="1800" dirty="0">
              <a:latin typeface="Century" panose="02040604050505020304" pitchFamily="18" charset="0"/>
            </a:rPr>
            <a:t>- </a:t>
          </a:r>
          <a:r>
            <a:rPr lang="it-IT" sz="1800" dirty="0" err="1">
              <a:latin typeface="Century" panose="02040604050505020304" pitchFamily="18" charset="0"/>
            </a:rPr>
            <a:t>Vino.com</a:t>
          </a:r>
          <a:endParaRPr lang="it-IT" sz="1800" dirty="0">
            <a:latin typeface="Century" panose="02040604050505020304" pitchFamily="18" charset="0"/>
          </a:endParaRPr>
        </a:p>
      </dgm:t>
    </dgm:pt>
    <dgm:pt modelId="{EBE6A67D-6895-BF41-A4F2-17DD1415EAD8}" type="parTrans" cxnId="{7D6E0CBE-028D-AF47-B4D8-58F6AC31D38C}">
      <dgm:prSet/>
      <dgm:spPr/>
      <dgm:t>
        <a:bodyPr/>
        <a:lstStyle/>
        <a:p>
          <a:endParaRPr lang="it-IT"/>
        </a:p>
      </dgm:t>
    </dgm:pt>
    <dgm:pt modelId="{AC893FC5-60F5-E545-B7DD-E31333B06052}" type="sibTrans" cxnId="{7D6E0CBE-028D-AF47-B4D8-58F6AC31D38C}">
      <dgm:prSet/>
      <dgm:spPr/>
      <dgm:t>
        <a:bodyPr/>
        <a:lstStyle/>
        <a:p>
          <a:endParaRPr lang="it-IT"/>
        </a:p>
      </dgm:t>
    </dgm:pt>
    <dgm:pt modelId="{B4128B88-EF00-484A-9918-00584344E98F}">
      <dgm:prSet phldrT="[Testo]" custT="1"/>
      <dgm:spPr>
        <a:effectLst>
          <a:outerShdw blurRad="50800" dist="38100" dir="8100000" algn="tr" rotWithShape="0">
            <a:prstClr val="black">
              <a:alpha val="40000"/>
            </a:prstClr>
          </a:outerShdw>
        </a:effectLst>
      </dgm:spPr>
      <dgm:t>
        <a:bodyPr/>
        <a:lstStyle/>
        <a:p>
          <a:r>
            <a:rPr lang="it-IT" sz="3600" dirty="0">
              <a:latin typeface="Cambria Math" panose="02040503050406030204" pitchFamily="18" charset="0"/>
              <a:ea typeface="Cambria Math" panose="02040503050406030204" pitchFamily="18" charset="0"/>
            </a:rPr>
            <a:t>Indiretti</a:t>
          </a:r>
        </a:p>
      </dgm:t>
    </dgm:pt>
    <dgm:pt modelId="{E17345CB-876B-FF4D-BD09-48B1BFECC682}" type="parTrans" cxnId="{C29B85CE-F197-F449-99CE-E19AAD75163B}">
      <dgm:prSet/>
      <dgm:spPr/>
      <dgm:t>
        <a:bodyPr/>
        <a:lstStyle/>
        <a:p>
          <a:endParaRPr lang="it-IT"/>
        </a:p>
      </dgm:t>
    </dgm:pt>
    <dgm:pt modelId="{6370801D-78B4-744D-8DED-8DCC7ABFB160}" type="sibTrans" cxnId="{C29B85CE-F197-F449-99CE-E19AAD75163B}">
      <dgm:prSet/>
      <dgm:spPr>
        <a:effectLst>
          <a:outerShdw blurRad="50800" dist="38100" dir="8100000" algn="tr" rotWithShape="0">
            <a:prstClr val="black">
              <a:alpha val="40000"/>
            </a:prstClr>
          </a:outerShdw>
        </a:effectLst>
      </dgm:spPr>
      <dgm:t>
        <a:bodyPr/>
        <a:lstStyle/>
        <a:p>
          <a:endParaRPr lang="it-IT"/>
        </a:p>
      </dgm:t>
    </dgm:pt>
    <dgm:pt modelId="{AEAF48CC-E379-C94B-AE55-69C855A38CA2}" type="pres">
      <dgm:prSet presAssocID="{3DBCB902-A29F-0E4F-B85D-3934C5B2A81D}" presName="Name0" presStyleCnt="0">
        <dgm:presLayoutVars>
          <dgm:dir/>
          <dgm:resizeHandles val="exact"/>
        </dgm:presLayoutVars>
      </dgm:prSet>
      <dgm:spPr/>
    </dgm:pt>
    <dgm:pt modelId="{4030E608-93A9-6344-BE3F-947D74DAAF0A}" type="pres">
      <dgm:prSet presAssocID="{B4128B88-EF00-484A-9918-00584344E98F}" presName="node" presStyleLbl="node1" presStyleIdx="0" presStyleCnt="3">
        <dgm:presLayoutVars>
          <dgm:bulletEnabled val="1"/>
        </dgm:presLayoutVars>
      </dgm:prSet>
      <dgm:spPr/>
    </dgm:pt>
    <dgm:pt modelId="{C5F73232-423D-744E-859F-DA75DB09A54C}" type="pres">
      <dgm:prSet presAssocID="{6370801D-78B4-744D-8DED-8DCC7ABFB160}" presName="sibTrans" presStyleLbl="sibTrans2D1" presStyleIdx="0" presStyleCnt="2"/>
      <dgm:spPr/>
    </dgm:pt>
    <dgm:pt modelId="{0A41DF30-70EA-134F-91A3-84F464FB2C88}" type="pres">
      <dgm:prSet presAssocID="{6370801D-78B4-744D-8DED-8DCC7ABFB160}" presName="connectorText" presStyleLbl="sibTrans2D1" presStyleIdx="0" presStyleCnt="2"/>
      <dgm:spPr/>
    </dgm:pt>
    <dgm:pt modelId="{A9DC63DA-F7B6-274A-B49F-5F16BA7ACBD1}" type="pres">
      <dgm:prSet presAssocID="{F5663AFD-4940-7D43-9DE9-C60C87BDBA31}" presName="node" presStyleLbl="node1" presStyleIdx="1" presStyleCnt="3">
        <dgm:presLayoutVars>
          <dgm:bulletEnabled val="1"/>
        </dgm:presLayoutVars>
      </dgm:prSet>
      <dgm:spPr/>
    </dgm:pt>
    <dgm:pt modelId="{416BDA6E-75F4-6A4D-B4DA-EF5722988D00}" type="pres">
      <dgm:prSet presAssocID="{6C25CAAA-BBE3-A647-BF5E-7D27D1E2148E}" presName="sibTrans" presStyleLbl="sibTrans2D1" presStyleIdx="1" presStyleCnt="2"/>
      <dgm:spPr/>
    </dgm:pt>
    <dgm:pt modelId="{5C7E71D8-CA32-7A4A-9DEE-3B0D2F9CEF99}" type="pres">
      <dgm:prSet presAssocID="{6C25CAAA-BBE3-A647-BF5E-7D27D1E2148E}" presName="connectorText" presStyleLbl="sibTrans2D1" presStyleIdx="1" presStyleCnt="2"/>
      <dgm:spPr/>
    </dgm:pt>
    <dgm:pt modelId="{ECE02233-CFF8-5B45-9DC1-376596C93B1A}" type="pres">
      <dgm:prSet presAssocID="{C245B866-459F-5646-A467-09A25BC50F0A}" presName="node" presStyleLbl="node1" presStyleIdx="2" presStyleCnt="3">
        <dgm:presLayoutVars>
          <dgm:bulletEnabled val="1"/>
        </dgm:presLayoutVars>
      </dgm:prSet>
      <dgm:spPr/>
    </dgm:pt>
  </dgm:ptLst>
  <dgm:cxnLst>
    <dgm:cxn modelId="{FAFBA002-6A96-874C-97F9-CAA57B40FED1}" type="presOf" srcId="{6370801D-78B4-744D-8DED-8DCC7ABFB160}" destId="{0A41DF30-70EA-134F-91A3-84F464FB2C88}" srcOrd="1" destOrd="0" presId="urn:microsoft.com/office/officeart/2005/8/layout/process1"/>
    <dgm:cxn modelId="{C8131D23-5334-154A-BA6B-303612D15C48}" type="presOf" srcId="{6370801D-78B4-744D-8DED-8DCC7ABFB160}" destId="{C5F73232-423D-744E-859F-DA75DB09A54C}" srcOrd="0" destOrd="0" presId="urn:microsoft.com/office/officeart/2005/8/layout/process1"/>
    <dgm:cxn modelId="{659E633D-FC06-0C45-A445-AAA79998306B}" type="presOf" srcId="{B4128B88-EF00-484A-9918-00584344E98F}" destId="{4030E608-93A9-6344-BE3F-947D74DAAF0A}" srcOrd="0" destOrd="0" presId="urn:microsoft.com/office/officeart/2005/8/layout/process1"/>
    <dgm:cxn modelId="{4C4EED6D-C4C7-4748-AEBF-76F54D382AB0}" type="presOf" srcId="{6C25CAAA-BBE3-A647-BF5E-7D27D1E2148E}" destId="{5C7E71D8-CA32-7A4A-9DEE-3B0D2F9CEF99}" srcOrd="1" destOrd="0" presId="urn:microsoft.com/office/officeart/2005/8/layout/process1"/>
    <dgm:cxn modelId="{1CC0ED78-49FC-C34D-BDF3-0D7C94FC0841}" srcId="{3DBCB902-A29F-0E4F-B85D-3934C5B2A81D}" destId="{F5663AFD-4940-7D43-9DE9-C60C87BDBA31}" srcOrd="1" destOrd="0" parTransId="{7E518FD7-0B7D-7C45-89B9-04A8725B8702}" sibTransId="{6C25CAAA-BBE3-A647-BF5E-7D27D1E2148E}"/>
    <dgm:cxn modelId="{B7ACE393-1D30-D04D-B705-0CF5BAAEB585}" type="presOf" srcId="{3DBCB902-A29F-0E4F-B85D-3934C5B2A81D}" destId="{AEAF48CC-E379-C94B-AE55-69C855A38CA2}" srcOrd="0" destOrd="0" presId="urn:microsoft.com/office/officeart/2005/8/layout/process1"/>
    <dgm:cxn modelId="{7D6E0CBE-028D-AF47-B4D8-58F6AC31D38C}" srcId="{3DBCB902-A29F-0E4F-B85D-3934C5B2A81D}" destId="{C245B866-459F-5646-A467-09A25BC50F0A}" srcOrd="2" destOrd="0" parTransId="{EBE6A67D-6895-BF41-A4F2-17DD1415EAD8}" sibTransId="{AC893FC5-60F5-E545-B7DD-E31333B06052}"/>
    <dgm:cxn modelId="{C29B85CE-F197-F449-99CE-E19AAD75163B}" srcId="{3DBCB902-A29F-0E4F-B85D-3934C5B2A81D}" destId="{B4128B88-EF00-484A-9918-00584344E98F}" srcOrd="0" destOrd="0" parTransId="{E17345CB-876B-FF4D-BD09-48B1BFECC682}" sibTransId="{6370801D-78B4-744D-8DED-8DCC7ABFB160}"/>
    <dgm:cxn modelId="{5BB441E8-F40F-384E-B418-1E3235EA2E71}" type="presOf" srcId="{C245B866-459F-5646-A467-09A25BC50F0A}" destId="{ECE02233-CFF8-5B45-9DC1-376596C93B1A}" srcOrd="0" destOrd="0" presId="urn:microsoft.com/office/officeart/2005/8/layout/process1"/>
    <dgm:cxn modelId="{55A1A8E8-A1E5-1641-94E3-CB0300526A6A}" type="presOf" srcId="{F5663AFD-4940-7D43-9DE9-C60C87BDBA31}" destId="{A9DC63DA-F7B6-274A-B49F-5F16BA7ACBD1}" srcOrd="0" destOrd="0" presId="urn:microsoft.com/office/officeart/2005/8/layout/process1"/>
    <dgm:cxn modelId="{BC8EE6F4-4E07-3A40-8D45-274AB9D4A543}" type="presOf" srcId="{6C25CAAA-BBE3-A647-BF5E-7D27D1E2148E}" destId="{416BDA6E-75F4-6A4D-B4DA-EF5722988D00}" srcOrd="0" destOrd="0" presId="urn:microsoft.com/office/officeart/2005/8/layout/process1"/>
    <dgm:cxn modelId="{6EB8776F-9542-5D49-97C6-63DBA7C6FB78}" type="presParOf" srcId="{AEAF48CC-E379-C94B-AE55-69C855A38CA2}" destId="{4030E608-93A9-6344-BE3F-947D74DAAF0A}" srcOrd="0" destOrd="0" presId="urn:microsoft.com/office/officeart/2005/8/layout/process1"/>
    <dgm:cxn modelId="{48C5F0CE-D8F1-BD4C-A7B6-222FA08C6F9B}" type="presParOf" srcId="{AEAF48CC-E379-C94B-AE55-69C855A38CA2}" destId="{C5F73232-423D-744E-859F-DA75DB09A54C}" srcOrd="1" destOrd="0" presId="urn:microsoft.com/office/officeart/2005/8/layout/process1"/>
    <dgm:cxn modelId="{D501E08D-D265-D143-9DC3-20A54A6C9929}" type="presParOf" srcId="{C5F73232-423D-744E-859F-DA75DB09A54C}" destId="{0A41DF30-70EA-134F-91A3-84F464FB2C88}" srcOrd="0" destOrd="0" presId="urn:microsoft.com/office/officeart/2005/8/layout/process1"/>
    <dgm:cxn modelId="{7FFE26DF-04DF-6643-8A2F-0C3EC39D3F7D}" type="presParOf" srcId="{AEAF48CC-E379-C94B-AE55-69C855A38CA2}" destId="{A9DC63DA-F7B6-274A-B49F-5F16BA7ACBD1}" srcOrd="2" destOrd="0" presId="urn:microsoft.com/office/officeart/2005/8/layout/process1"/>
    <dgm:cxn modelId="{D953AF6D-DA09-0D4F-B288-3B15238114BF}" type="presParOf" srcId="{AEAF48CC-E379-C94B-AE55-69C855A38CA2}" destId="{416BDA6E-75F4-6A4D-B4DA-EF5722988D00}" srcOrd="3" destOrd="0" presId="urn:microsoft.com/office/officeart/2005/8/layout/process1"/>
    <dgm:cxn modelId="{270E1F39-320B-CC40-B384-DE1D4B9B672D}" type="presParOf" srcId="{416BDA6E-75F4-6A4D-B4DA-EF5722988D00}" destId="{5C7E71D8-CA32-7A4A-9DEE-3B0D2F9CEF99}" srcOrd="0" destOrd="0" presId="urn:microsoft.com/office/officeart/2005/8/layout/process1"/>
    <dgm:cxn modelId="{901703ED-C7B1-1941-8EF9-B9347676D665}" type="presParOf" srcId="{AEAF48CC-E379-C94B-AE55-69C855A38CA2}" destId="{ECE02233-CFF8-5B45-9DC1-376596C93B1A}" srcOrd="4"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A40B1B-DAF7-C04E-8B03-753F83DF029C}" type="doc">
      <dgm:prSet loTypeId="urn:microsoft.com/office/officeart/2005/8/layout/pList2" loCatId="" qsTypeId="urn:microsoft.com/office/officeart/2005/8/quickstyle/simple3" qsCatId="simple" csTypeId="urn:microsoft.com/office/officeart/2005/8/colors/colorful2" csCatId="colorful" phldr="1"/>
      <dgm:spPr/>
    </dgm:pt>
    <dgm:pt modelId="{EFB61D4D-F05F-B943-9A1C-9696A3823AC0}">
      <dgm:prSet phldrT="[Testo]"/>
      <dgm:spPr/>
      <dgm:t>
        <a:bodyPr/>
        <a:lstStyle/>
        <a:p>
          <a:r>
            <a:rPr lang="it-IT" b="1" dirty="0">
              <a:latin typeface="Cambria Math" panose="02040503050406030204" pitchFamily="18" charset="0"/>
              <a:ea typeface="Cambria Math" panose="02040503050406030204" pitchFamily="18" charset="0"/>
            </a:rPr>
            <a:t>VINO ROSSO</a:t>
          </a:r>
        </a:p>
        <a:p>
          <a:r>
            <a:rPr lang="it-IT" b="1" u="sng" dirty="0">
              <a:latin typeface="Cambria Math" panose="02040503050406030204" pitchFamily="18" charset="0"/>
              <a:ea typeface="Cambria Math" panose="02040503050406030204" pitchFamily="18" charset="0"/>
            </a:rPr>
            <a:t>Nero d’Avola</a:t>
          </a:r>
        </a:p>
        <a:p>
          <a:endParaRPr lang="it-IT" u="sng" dirty="0">
            <a:latin typeface="Cambria Math" panose="02040503050406030204" pitchFamily="18" charset="0"/>
            <a:ea typeface="Cambria Math" panose="02040503050406030204" pitchFamily="18" charset="0"/>
          </a:endParaRPr>
        </a:p>
        <a:p>
          <a:r>
            <a:rPr lang="it-IT" i="1" dirty="0">
              <a:latin typeface="Cambria Math" panose="02040503050406030204" pitchFamily="18" charset="0"/>
              <a:ea typeface="Cambria Math" panose="02040503050406030204" pitchFamily="18" charset="0"/>
            </a:rPr>
            <a:t>Prezzo listino:</a:t>
          </a:r>
          <a:r>
            <a:rPr lang="it-IT" dirty="0">
              <a:latin typeface="Cambria Math" panose="02040503050406030204" pitchFamily="18" charset="0"/>
              <a:ea typeface="Cambria Math" panose="02040503050406030204" pitchFamily="18" charset="0"/>
            </a:rPr>
            <a:t>  8,00€</a:t>
          </a:r>
        </a:p>
        <a:p>
          <a:r>
            <a:rPr lang="it-IT" i="1" dirty="0">
              <a:latin typeface="Cambria Math" panose="02040503050406030204" pitchFamily="18" charset="0"/>
              <a:ea typeface="Cambria Math" panose="02040503050406030204" pitchFamily="18" charset="0"/>
            </a:rPr>
            <a:t>Prezzo                       e-commerce: </a:t>
          </a:r>
          <a:r>
            <a:rPr lang="it-IT" dirty="0">
              <a:latin typeface="Cambria Math" panose="02040503050406030204" pitchFamily="18" charset="0"/>
              <a:ea typeface="Cambria Math" panose="02040503050406030204" pitchFamily="18" charset="0"/>
            </a:rPr>
            <a:t>10,00€</a:t>
          </a:r>
        </a:p>
      </dgm:t>
    </dgm:pt>
    <dgm:pt modelId="{AB0BE736-5473-B74F-AB1D-9E75AA24F7C1}" type="parTrans" cxnId="{273276A0-7D4F-0F41-A4DC-4799BBF56267}">
      <dgm:prSet/>
      <dgm:spPr/>
      <dgm:t>
        <a:bodyPr/>
        <a:lstStyle/>
        <a:p>
          <a:endParaRPr lang="it-IT"/>
        </a:p>
      </dgm:t>
    </dgm:pt>
    <dgm:pt modelId="{5AA94779-2912-E34C-A31D-9A9F6E6E6E05}" type="sibTrans" cxnId="{273276A0-7D4F-0F41-A4DC-4799BBF56267}">
      <dgm:prSet/>
      <dgm:spPr/>
      <dgm:t>
        <a:bodyPr/>
        <a:lstStyle/>
        <a:p>
          <a:endParaRPr lang="it-IT"/>
        </a:p>
      </dgm:t>
    </dgm:pt>
    <dgm:pt modelId="{64777A62-FD89-3A40-B4F9-E7D707218706}">
      <dgm:prSet phldrT="[Testo]"/>
      <dgm:spPr/>
      <dgm:t>
        <a:bodyPr/>
        <a:lstStyle/>
        <a:p>
          <a:r>
            <a:rPr lang="it-IT" b="1" dirty="0">
              <a:latin typeface="Cambria Math" panose="02040503050406030204" pitchFamily="18" charset="0"/>
              <a:ea typeface="Cambria Math" panose="02040503050406030204" pitchFamily="18" charset="0"/>
            </a:rPr>
            <a:t>VINO BIANCO</a:t>
          </a:r>
        </a:p>
        <a:p>
          <a:r>
            <a:rPr lang="it-IT" b="1" u="sng" dirty="0">
              <a:latin typeface="Cambria Math" panose="02040503050406030204" pitchFamily="18" charset="0"/>
              <a:ea typeface="Cambria Math" panose="02040503050406030204" pitchFamily="18" charset="0"/>
            </a:rPr>
            <a:t>Grillo</a:t>
          </a:r>
        </a:p>
        <a:p>
          <a:endParaRPr lang="it-IT" u="sng" dirty="0">
            <a:latin typeface="Cambria Math" panose="02040503050406030204" pitchFamily="18" charset="0"/>
            <a:ea typeface="Cambria Math" panose="02040503050406030204" pitchFamily="18" charset="0"/>
          </a:endParaRPr>
        </a:p>
        <a:p>
          <a:r>
            <a:rPr lang="it-IT" i="1" dirty="0">
              <a:latin typeface="Cambria Math" panose="02040503050406030204" pitchFamily="18" charset="0"/>
              <a:ea typeface="Cambria Math" panose="02040503050406030204" pitchFamily="18" charset="0"/>
            </a:rPr>
            <a:t>Prezzo listino: </a:t>
          </a:r>
          <a:r>
            <a:rPr lang="it-IT" dirty="0">
              <a:latin typeface="Cambria Math" panose="02040503050406030204" pitchFamily="18" charset="0"/>
              <a:ea typeface="Cambria Math" panose="02040503050406030204" pitchFamily="18" charset="0"/>
            </a:rPr>
            <a:t>8,00€</a:t>
          </a:r>
        </a:p>
        <a:p>
          <a:r>
            <a:rPr lang="it-IT" i="1" dirty="0">
              <a:latin typeface="Cambria Math" panose="02040503050406030204" pitchFamily="18" charset="0"/>
              <a:ea typeface="Cambria Math" panose="02040503050406030204" pitchFamily="18" charset="0"/>
            </a:rPr>
            <a:t>Prezzo                              e-commerce: </a:t>
          </a:r>
          <a:r>
            <a:rPr lang="it-IT" dirty="0">
              <a:latin typeface="Cambria Math" panose="02040503050406030204" pitchFamily="18" charset="0"/>
              <a:ea typeface="Cambria Math" panose="02040503050406030204" pitchFamily="18" charset="0"/>
            </a:rPr>
            <a:t>10,00€</a:t>
          </a:r>
        </a:p>
      </dgm:t>
    </dgm:pt>
    <dgm:pt modelId="{73F4364C-691E-964E-9966-E476CF4FCA84}" type="parTrans" cxnId="{9A50CFF6-9BAE-BA4A-8331-A4B04B0BCE5C}">
      <dgm:prSet/>
      <dgm:spPr/>
      <dgm:t>
        <a:bodyPr/>
        <a:lstStyle/>
        <a:p>
          <a:endParaRPr lang="it-IT"/>
        </a:p>
      </dgm:t>
    </dgm:pt>
    <dgm:pt modelId="{2A9684C0-ED2A-7443-B2DA-553F9952BEB4}" type="sibTrans" cxnId="{9A50CFF6-9BAE-BA4A-8331-A4B04B0BCE5C}">
      <dgm:prSet/>
      <dgm:spPr/>
      <dgm:t>
        <a:bodyPr/>
        <a:lstStyle/>
        <a:p>
          <a:endParaRPr lang="it-IT"/>
        </a:p>
      </dgm:t>
    </dgm:pt>
    <dgm:pt modelId="{72676D1B-07BC-5649-A3C7-CBEBA61AD56D}">
      <dgm:prSet phldrT="[Testo]"/>
      <dgm:spPr/>
      <dgm:t>
        <a:bodyPr/>
        <a:lstStyle/>
        <a:p>
          <a:r>
            <a:rPr lang="it-IT" b="1" dirty="0">
              <a:latin typeface="Cambria Math" panose="02040503050406030204" pitchFamily="18" charset="0"/>
              <a:ea typeface="Cambria Math" panose="02040503050406030204" pitchFamily="18" charset="0"/>
            </a:rPr>
            <a:t>VINO LIQUOROSO</a:t>
          </a:r>
        </a:p>
        <a:p>
          <a:r>
            <a:rPr lang="it-IT" b="1" u="sng" dirty="0">
              <a:latin typeface="Cambria Math" panose="02040503050406030204" pitchFamily="18" charset="0"/>
              <a:ea typeface="Cambria Math" panose="02040503050406030204" pitchFamily="18" charset="0"/>
            </a:rPr>
            <a:t>Marsala Garibaldi</a:t>
          </a:r>
        </a:p>
        <a:p>
          <a:endParaRPr lang="it-IT" u="sng" dirty="0">
            <a:latin typeface="Cambria Math" panose="02040503050406030204" pitchFamily="18" charset="0"/>
            <a:ea typeface="Cambria Math" panose="02040503050406030204" pitchFamily="18" charset="0"/>
          </a:endParaRPr>
        </a:p>
        <a:p>
          <a:r>
            <a:rPr lang="it-IT" i="1" dirty="0">
              <a:latin typeface="Cambria Math" panose="02040503050406030204" pitchFamily="18" charset="0"/>
              <a:ea typeface="Cambria Math" panose="02040503050406030204" pitchFamily="18" charset="0"/>
            </a:rPr>
            <a:t>Prezzo listino: </a:t>
          </a:r>
          <a:r>
            <a:rPr lang="it-IT" dirty="0">
              <a:latin typeface="Cambria Math" panose="02040503050406030204" pitchFamily="18" charset="0"/>
              <a:ea typeface="Cambria Math" panose="02040503050406030204" pitchFamily="18" charset="0"/>
            </a:rPr>
            <a:t>13,00€</a:t>
          </a:r>
        </a:p>
        <a:p>
          <a:r>
            <a:rPr lang="it-IT" i="1" dirty="0">
              <a:latin typeface="Cambria Math" panose="02040503050406030204" pitchFamily="18" charset="0"/>
              <a:ea typeface="Cambria Math" panose="02040503050406030204" pitchFamily="18" charset="0"/>
            </a:rPr>
            <a:t>Prezzo                       e-commerce: </a:t>
          </a:r>
          <a:r>
            <a:rPr lang="it-IT" dirty="0">
              <a:latin typeface="Cambria Math" panose="02040503050406030204" pitchFamily="18" charset="0"/>
              <a:ea typeface="Cambria Math" panose="02040503050406030204" pitchFamily="18" charset="0"/>
            </a:rPr>
            <a:t>16,00€</a:t>
          </a:r>
        </a:p>
      </dgm:t>
    </dgm:pt>
    <dgm:pt modelId="{4D1D7BFB-735B-6844-AD17-87F9FE7817B2}" type="parTrans" cxnId="{F32F6448-3402-604B-899F-56ABA0393537}">
      <dgm:prSet/>
      <dgm:spPr/>
      <dgm:t>
        <a:bodyPr/>
        <a:lstStyle/>
        <a:p>
          <a:endParaRPr lang="it-IT"/>
        </a:p>
      </dgm:t>
    </dgm:pt>
    <dgm:pt modelId="{3125953E-62BB-CB4E-BDF5-9C0D9EC0333B}" type="sibTrans" cxnId="{F32F6448-3402-604B-899F-56ABA0393537}">
      <dgm:prSet/>
      <dgm:spPr/>
      <dgm:t>
        <a:bodyPr/>
        <a:lstStyle/>
        <a:p>
          <a:endParaRPr lang="it-IT"/>
        </a:p>
      </dgm:t>
    </dgm:pt>
    <dgm:pt modelId="{C4CA773E-2498-4144-B147-8053874C426E}" type="pres">
      <dgm:prSet presAssocID="{C6A40B1B-DAF7-C04E-8B03-753F83DF029C}" presName="Name0" presStyleCnt="0">
        <dgm:presLayoutVars>
          <dgm:dir/>
          <dgm:resizeHandles val="exact"/>
        </dgm:presLayoutVars>
      </dgm:prSet>
      <dgm:spPr/>
    </dgm:pt>
    <dgm:pt modelId="{C7EE8B70-F165-9E47-816B-061232290F49}" type="pres">
      <dgm:prSet presAssocID="{C6A40B1B-DAF7-C04E-8B03-753F83DF029C}" presName="bkgdShp" presStyleLbl="alignAccFollowNode1" presStyleIdx="0" presStyleCnt="1" custLinFactNeighborX="-8291" custLinFactNeighborY="2326"/>
      <dgm:spPr>
        <a:effectLst>
          <a:outerShdw blurRad="50800" dist="38100" dir="8100000" algn="tr" rotWithShape="0">
            <a:prstClr val="black">
              <a:alpha val="40000"/>
            </a:prstClr>
          </a:outerShdw>
        </a:effectLst>
      </dgm:spPr>
    </dgm:pt>
    <dgm:pt modelId="{B2B189B9-A162-A84E-B260-9764D7395BB6}" type="pres">
      <dgm:prSet presAssocID="{C6A40B1B-DAF7-C04E-8B03-753F83DF029C}" presName="linComp" presStyleCnt="0"/>
      <dgm:spPr/>
    </dgm:pt>
    <dgm:pt modelId="{DE7C989B-D6A3-AE4C-B5E7-B646FC304A2B}" type="pres">
      <dgm:prSet presAssocID="{EFB61D4D-F05F-B943-9A1C-9696A3823AC0}" presName="compNode" presStyleCnt="0"/>
      <dgm:spPr/>
    </dgm:pt>
    <dgm:pt modelId="{421E4EBD-CAA0-5F42-84B4-1DB9C71B77E3}" type="pres">
      <dgm:prSet presAssocID="{EFB61D4D-F05F-B943-9A1C-9696A3823AC0}" presName="node" presStyleLbl="node1" presStyleIdx="0" presStyleCnt="3">
        <dgm:presLayoutVars>
          <dgm:bulletEnabled val="1"/>
        </dgm:presLayoutVars>
      </dgm:prSet>
      <dgm:spPr/>
    </dgm:pt>
    <dgm:pt modelId="{2D2B17E9-A18B-C540-9126-B7A188724F1F}" type="pres">
      <dgm:prSet presAssocID="{EFB61D4D-F05F-B943-9A1C-9696A3823AC0}" presName="invisiNode" presStyleLbl="node1" presStyleIdx="0" presStyleCnt="3"/>
      <dgm:spPr/>
    </dgm:pt>
    <dgm:pt modelId="{872ECA9F-AE2C-DC40-8A92-A2F94734548B}" type="pres">
      <dgm:prSet presAssocID="{EFB61D4D-F05F-B943-9A1C-9696A3823AC0}" presName="imagNod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4000" b="-4000"/>
          </a:stretch>
        </a:blipFill>
      </dgm:spPr>
    </dgm:pt>
    <dgm:pt modelId="{E9D0FC15-CCB3-D146-8996-F4F69C7401B4}" type="pres">
      <dgm:prSet presAssocID="{5AA94779-2912-E34C-A31D-9A9F6E6E6E05}" presName="sibTrans" presStyleLbl="sibTrans2D1" presStyleIdx="0" presStyleCnt="0"/>
      <dgm:spPr/>
    </dgm:pt>
    <dgm:pt modelId="{7BE03428-41AD-4B46-8CD2-EBE10F8C8A54}" type="pres">
      <dgm:prSet presAssocID="{64777A62-FD89-3A40-B4F9-E7D707218706}" presName="compNode" presStyleCnt="0"/>
      <dgm:spPr/>
    </dgm:pt>
    <dgm:pt modelId="{1A81603A-4AED-AF49-B892-DD7A48A692CE}" type="pres">
      <dgm:prSet presAssocID="{64777A62-FD89-3A40-B4F9-E7D707218706}" presName="node" presStyleLbl="node1" presStyleIdx="1" presStyleCnt="3">
        <dgm:presLayoutVars>
          <dgm:bulletEnabled val="1"/>
        </dgm:presLayoutVars>
      </dgm:prSet>
      <dgm:spPr/>
    </dgm:pt>
    <dgm:pt modelId="{E69B89C9-E617-CD4E-85C7-6B86DE32B1E9}" type="pres">
      <dgm:prSet presAssocID="{64777A62-FD89-3A40-B4F9-E7D707218706}" presName="invisiNode" presStyleLbl="node1" presStyleIdx="1" presStyleCnt="3"/>
      <dgm:spPr/>
    </dgm:pt>
    <dgm:pt modelId="{7C345714-5630-754B-807F-C1467F7184C4}" type="pres">
      <dgm:prSet presAssocID="{64777A62-FD89-3A40-B4F9-E7D707218706}" presName="imagNod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dgm:spPr>
    </dgm:pt>
    <dgm:pt modelId="{CB929527-94B1-4845-9AE8-66C2F756604E}" type="pres">
      <dgm:prSet presAssocID="{2A9684C0-ED2A-7443-B2DA-553F9952BEB4}" presName="sibTrans" presStyleLbl="sibTrans2D1" presStyleIdx="0" presStyleCnt="0"/>
      <dgm:spPr/>
    </dgm:pt>
    <dgm:pt modelId="{418C2212-46D2-824D-B854-5CE0B71BD8CA}" type="pres">
      <dgm:prSet presAssocID="{72676D1B-07BC-5649-A3C7-CBEBA61AD56D}" presName="compNode" presStyleCnt="0"/>
      <dgm:spPr/>
    </dgm:pt>
    <dgm:pt modelId="{BCFC718E-ECBD-1949-AA8D-F0684090C238}" type="pres">
      <dgm:prSet presAssocID="{72676D1B-07BC-5649-A3C7-CBEBA61AD56D}" presName="node" presStyleLbl="node1" presStyleIdx="2" presStyleCnt="3">
        <dgm:presLayoutVars>
          <dgm:bulletEnabled val="1"/>
        </dgm:presLayoutVars>
      </dgm:prSet>
      <dgm:spPr/>
    </dgm:pt>
    <dgm:pt modelId="{07316C0D-61B8-1B42-927A-30B75845B16B}" type="pres">
      <dgm:prSet presAssocID="{72676D1B-07BC-5649-A3C7-CBEBA61AD56D}" presName="invisiNode" presStyleLbl="node1" presStyleIdx="2" presStyleCnt="3"/>
      <dgm:spPr/>
    </dgm:pt>
    <dgm:pt modelId="{D6DEF973-529A-9348-9649-130ABC6D16F5}" type="pres">
      <dgm:prSet presAssocID="{72676D1B-07BC-5649-A3C7-CBEBA61AD56D}" presName="imagNod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dgm:spPr>
    </dgm:pt>
  </dgm:ptLst>
  <dgm:cxnLst>
    <dgm:cxn modelId="{ABB82B1F-397E-2443-AE54-D4A35681F9B4}" type="presOf" srcId="{EFB61D4D-F05F-B943-9A1C-9696A3823AC0}" destId="{421E4EBD-CAA0-5F42-84B4-1DB9C71B77E3}" srcOrd="0" destOrd="0" presId="urn:microsoft.com/office/officeart/2005/8/layout/pList2"/>
    <dgm:cxn modelId="{C24F812E-63D2-774B-BD58-6FEA0F56553E}" type="presOf" srcId="{5AA94779-2912-E34C-A31D-9A9F6E6E6E05}" destId="{E9D0FC15-CCB3-D146-8996-F4F69C7401B4}" srcOrd="0" destOrd="0" presId="urn:microsoft.com/office/officeart/2005/8/layout/pList2"/>
    <dgm:cxn modelId="{18CA483A-D4BA-9B4C-8360-A236F4C87863}" type="presOf" srcId="{2A9684C0-ED2A-7443-B2DA-553F9952BEB4}" destId="{CB929527-94B1-4845-9AE8-66C2F756604E}" srcOrd="0" destOrd="0" presId="urn:microsoft.com/office/officeart/2005/8/layout/pList2"/>
    <dgm:cxn modelId="{E7DE9E46-FE75-1046-A61B-34799EBEDC81}" type="presOf" srcId="{C6A40B1B-DAF7-C04E-8B03-753F83DF029C}" destId="{C4CA773E-2498-4144-B147-8053874C426E}" srcOrd="0" destOrd="0" presId="urn:microsoft.com/office/officeart/2005/8/layout/pList2"/>
    <dgm:cxn modelId="{10FF3448-1525-F743-B596-75FA33C4D12B}" type="presOf" srcId="{64777A62-FD89-3A40-B4F9-E7D707218706}" destId="{1A81603A-4AED-AF49-B892-DD7A48A692CE}" srcOrd="0" destOrd="0" presId="urn:microsoft.com/office/officeart/2005/8/layout/pList2"/>
    <dgm:cxn modelId="{F32F6448-3402-604B-899F-56ABA0393537}" srcId="{C6A40B1B-DAF7-C04E-8B03-753F83DF029C}" destId="{72676D1B-07BC-5649-A3C7-CBEBA61AD56D}" srcOrd="2" destOrd="0" parTransId="{4D1D7BFB-735B-6844-AD17-87F9FE7817B2}" sibTransId="{3125953E-62BB-CB4E-BDF5-9C0D9EC0333B}"/>
    <dgm:cxn modelId="{273276A0-7D4F-0F41-A4DC-4799BBF56267}" srcId="{C6A40B1B-DAF7-C04E-8B03-753F83DF029C}" destId="{EFB61D4D-F05F-B943-9A1C-9696A3823AC0}" srcOrd="0" destOrd="0" parTransId="{AB0BE736-5473-B74F-AB1D-9E75AA24F7C1}" sibTransId="{5AA94779-2912-E34C-A31D-9A9F6E6E6E05}"/>
    <dgm:cxn modelId="{9F4B84B0-1DBE-FB42-A562-3ABF1233D531}" type="presOf" srcId="{72676D1B-07BC-5649-A3C7-CBEBA61AD56D}" destId="{BCFC718E-ECBD-1949-AA8D-F0684090C238}" srcOrd="0" destOrd="0" presId="urn:microsoft.com/office/officeart/2005/8/layout/pList2"/>
    <dgm:cxn modelId="{9A50CFF6-9BAE-BA4A-8331-A4B04B0BCE5C}" srcId="{C6A40B1B-DAF7-C04E-8B03-753F83DF029C}" destId="{64777A62-FD89-3A40-B4F9-E7D707218706}" srcOrd="1" destOrd="0" parTransId="{73F4364C-691E-964E-9966-E476CF4FCA84}" sibTransId="{2A9684C0-ED2A-7443-B2DA-553F9952BEB4}"/>
    <dgm:cxn modelId="{9DA442B5-5885-B749-8CDC-6AA313B5D8A8}" type="presParOf" srcId="{C4CA773E-2498-4144-B147-8053874C426E}" destId="{C7EE8B70-F165-9E47-816B-061232290F49}" srcOrd="0" destOrd="0" presId="urn:microsoft.com/office/officeart/2005/8/layout/pList2"/>
    <dgm:cxn modelId="{C7E3C089-5097-F34A-A2FC-8F77FD258B11}" type="presParOf" srcId="{C4CA773E-2498-4144-B147-8053874C426E}" destId="{B2B189B9-A162-A84E-B260-9764D7395BB6}" srcOrd="1" destOrd="0" presId="urn:microsoft.com/office/officeart/2005/8/layout/pList2"/>
    <dgm:cxn modelId="{0F0EE7FD-F8CE-8B49-AFF1-CAAFCA5942AE}" type="presParOf" srcId="{B2B189B9-A162-A84E-B260-9764D7395BB6}" destId="{DE7C989B-D6A3-AE4C-B5E7-B646FC304A2B}" srcOrd="0" destOrd="0" presId="urn:microsoft.com/office/officeart/2005/8/layout/pList2"/>
    <dgm:cxn modelId="{66CDACA2-0AFF-EA41-95EC-629474E46130}" type="presParOf" srcId="{DE7C989B-D6A3-AE4C-B5E7-B646FC304A2B}" destId="{421E4EBD-CAA0-5F42-84B4-1DB9C71B77E3}" srcOrd="0" destOrd="0" presId="urn:microsoft.com/office/officeart/2005/8/layout/pList2"/>
    <dgm:cxn modelId="{CBF43AF6-EC8B-6144-A53F-28A1734201EF}" type="presParOf" srcId="{DE7C989B-D6A3-AE4C-B5E7-B646FC304A2B}" destId="{2D2B17E9-A18B-C540-9126-B7A188724F1F}" srcOrd="1" destOrd="0" presId="urn:microsoft.com/office/officeart/2005/8/layout/pList2"/>
    <dgm:cxn modelId="{6B845144-F0DC-A042-A5D7-BD84C31ECB7D}" type="presParOf" srcId="{DE7C989B-D6A3-AE4C-B5E7-B646FC304A2B}" destId="{872ECA9F-AE2C-DC40-8A92-A2F94734548B}" srcOrd="2" destOrd="0" presId="urn:microsoft.com/office/officeart/2005/8/layout/pList2"/>
    <dgm:cxn modelId="{702A2091-CB50-EA41-9F93-2336F585FD72}" type="presParOf" srcId="{B2B189B9-A162-A84E-B260-9764D7395BB6}" destId="{E9D0FC15-CCB3-D146-8996-F4F69C7401B4}" srcOrd="1" destOrd="0" presId="urn:microsoft.com/office/officeart/2005/8/layout/pList2"/>
    <dgm:cxn modelId="{2A99588E-C631-CF44-AD0C-6FB16A3C2842}" type="presParOf" srcId="{B2B189B9-A162-A84E-B260-9764D7395BB6}" destId="{7BE03428-41AD-4B46-8CD2-EBE10F8C8A54}" srcOrd="2" destOrd="0" presId="urn:microsoft.com/office/officeart/2005/8/layout/pList2"/>
    <dgm:cxn modelId="{921C544C-AC91-284F-AA5D-9D8D9A2E586B}" type="presParOf" srcId="{7BE03428-41AD-4B46-8CD2-EBE10F8C8A54}" destId="{1A81603A-4AED-AF49-B892-DD7A48A692CE}" srcOrd="0" destOrd="0" presId="urn:microsoft.com/office/officeart/2005/8/layout/pList2"/>
    <dgm:cxn modelId="{E7F9A27D-2736-1241-84DC-E764F84FA339}" type="presParOf" srcId="{7BE03428-41AD-4B46-8CD2-EBE10F8C8A54}" destId="{E69B89C9-E617-CD4E-85C7-6B86DE32B1E9}" srcOrd="1" destOrd="0" presId="urn:microsoft.com/office/officeart/2005/8/layout/pList2"/>
    <dgm:cxn modelId="{1E069D8D-8275-3E4E-8605-4948399B585F}" type="presParOf" srcId="{7BE03428-41AD-4B46-8CD2-EBE10F8C8A54}" destId="{7C345714-5630-754B-807F-C1467F7184C4}" srcOrd="2" destOrd="0" presId="urn:microsoft.com/office/officeart/2005/8/layout/pList2"/>
    <dgm:cxn modelId="{55931829-4B42-1940-A4EB-02A77ED8771C}" type="presParOf" srcId="{B2B189B9-A162-A84E-B260-9764D7395BB6}" destId="{CB929527-94B1-4845-9AE8-66C2F756604E}" srcOrd="3" destOrd="0" presId="urn:microsoft.com/office/officeart/2005/8/layout/pList2"/>
    <dgm:cxn modelId="{221F4E7A-6A09-BD47-B0C4-2A2490A5362D}" type="presParOf" srcId="{B2B189B9-A162-A84E-B260-9764D7395BB6}" destId="{418C2212-46D2-824D-B854-5CE0B71BD8CA}" srcOrd="4" destOrd="0" presId="urn:microsoft.com/office/officeart/2005/8/layout/pList2"/>
    <dgm:cxn modelId="{C016EBA5-B44F-1949-B3F6-0C4985DD073E}" type="presParOf" srcId="{418C2212-46D2-824D-B854-5CE0B71BD8CA}" destId="{BCFC718E-ECBD-1949-AA8D-F0684090C238}" srcOrd="0" destOrd="0" presId="urn:microsoft.com/office/officeart/2005/8/layout/pList2"/>
    <dgm:cxn modelId="{59EC86C2-EF66-A944-8423-96484B6E8223}" type="presParOf" srcId="{418C2212-46D2-824D-B854-5CE0B71BD8CA}" destId="{07316C0D-61B8-1B42-927A-30B75845B16B}" srcOrd="1" destOrd="0" presId="urn:microsoft.com/office/officeart/2005/8/layout/pList2"/>
    <dgm:cxn modelId="{4279F9B8-86E9-FF4E-80EF-133A5A59A5E1}" type="presParOf" srcId="{418C2212-46D2-824D-B854-5CE0B71BD8CA}" destId="{D6DEF973-529A-9348-9649-130ABC6D16F5}" srcOrd="2" destOrd="0" presId="urn:microsoft.com/office/officeart/2005/8/layout/p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B296A-04DD-404C-9BB4-6477D339B502}">
      <dsp:nvSpPr>
        <dsp:cNvPr id="0" name=""/>
        <dsp:cNvSpPr/>
      </dsp:nvSpPr>
      <dsp:spPr>
        <a:xfrm>
          <a:off x="3474359" y="602"/>
          <a:ext cx="1867460" cy="1440704"/>
        </a:xfrm>
        <a:prstGeom prst="roundRect">
          <a:avLst>
            <a:gd name="adj" fmla="val 10000"/>
          </a:avLst>
        </a:prstGeom>
        <a:gradFill rotWithShape="0">
          <a:gsLst>
            <a:gs pos="0">
              <a:schemeClr val="accent3">
                <a:shade val="80000"/>
                <a:hueOff val="0"/>
                <a:satOff val="0"/>
                <a:lumOff val="0"/>
                <a:alphaOff val="0"/>
                <a:lumMod val="110000"/>
                <a:satMod val="105000"/>
                <a:tint val="67000"/>
              </a:schemeClr>
            </a:gs>
            <a:gs pos="50000">
              <a:schemeClr val="accent3">
                <a:shade val="80000"/>
                <a:hueOff val="0"/>
                <a:satOff val="0"/>
                <a:lumOff val="0"/>
                <a:alphaOff val="0"/>
                <a:lumMod val="105000"/>
                <a:satMod val="103000"/>
                <a:tint val="73000"/>
              </a:schemeClr>
            </a:gs>
            <a:gs pos="100000">
              <a:schemeClr val="accent3">
                <a:shade val="80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Leonardo Zerilli</a:t>
          </a:r>
        </a:p>
        <a:p>
          <a:pPr marL="0" lvl="0" indent="0" algn="ctr" defTabSz="800100">
            <a:lnSpc>
              <a:spcPct val="90000"/>
            </a:lnSpc>
            <a:spcBef>
              <a:spcPct val="0"/>
            </a:spcBef>
            <a:spcAft>
              <a:spcPct val="35000"/>
            </a:spcAft>
            <a:buNone/>
          </a:pPr>
          <a:r>
            <a:rPr lang="it-IT" sz="1400" u="sng" kern="1200" dirty="0">
              <a:latin typeface="Cambria Math" panose="02040503050406030204" pitchFamily="18" charset="0"/>
              <a:ea typeface="Cambria Math" panose="02040503050406030204" pitchFamily="18" charset="0"/>
            </a:rPr>
            <a:t>Titolare e socio fondatore</a:t>
          </a:r>
        </a:p>
        <a:p>
          <a:pPr marL="0" lvl="0" indent="0" algn="ctr" defTabSz="800100">
            <a:lnSpc>
              <a:spcPct val="90000"/>
            </a:lnSpc>
            <a:spcBef>
              <a:spcPct val="0"/>
            </a:spcBef>
            <a:spcAft>
              <a:spcPct val="35000"/>
            </a:spcAft>
            <a:buNone/>
          </a:pPr>
          <a:r>
            <a:rPr lang="it-IT" sz="1400" kern="1200" dirty="0">
              <a:latin typeface="Cambria Math" panose="02040503050406030204" pitchFamily="18" charset="0"/>
              <a:ea typeface="Cambria Math" panose="02040503050406030204" pitchFamily="18" charset="0"/>
            </a:rPr>
            <a:t>Amministratore</a:t>
          </a:r>
          <a:endParaRPr lang="it-IT" sz="1600" kern="1200" dirty="0">
            <a:latin typeface="Cambria Math" panose="02040503050406030204" pitchFamily="18" charset="0"/>
            <a:ea typeface="Cambria Math" panose="02040503050406030204" pitchFamily="18" charset="0"/>
          </a:endParaRPr>
        </a:p>
      </dsp:txBody>
      <dsp:txXfrm>
        <a:off x="3516556" y="42799"/>
        <a:ext cx="1783066" cy="1356310"/>
      </dsp:txXfrm>
    </dsp:sp>
    <dsp:sp modelId="{14A008EE-956E-3142-9FEF-9D3C821ADF45}">
      <dsp:nvSpPr>
        <dsp:cNvPr id="0" name=""/>
        <dsp:cNvSpPr/>
      </dsp:nvSpPr>
      <dsp:spPr>
        <a:xfrm>
          <a:off x="2427355" y="1441307"/>
          <a:ext cx="1980734" cy="443658"/>
        </a:xfrm>
        <a:custGeom>
          <a:avLst/>
          <a:gdLst/>
          <a:ahLst/>
          <a:cxnLst/>
          <a:rect l="0" t="0" r="0" b="0"/>
          <a:pathLst>
            <a:path>
              <a:moveTo>
                <a:pt x="1980734" y="0"/>
              </a:moveTo>
              <a:lnTo>
                <a:pt x="1980734" y="221829"/>
              </a:lnTo>
              <a:lnTo>
                <a:pt x="0" y="221829"/>
              </a:lnTo>
              <a:lnTo>
                <a:pt x="0" y="443658"/>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AF7DAC-459F-CD4D-9710-9F3A74020E14}">
      <dsp:nvSpPr>
        <dsp:cNvPr id="0" name=""/>
        <dsp:cNvSpPr/>
      </dsp:nvSpPr>
      <dsp:spPr>
        <a:xfrm>
          <a:off x="1341777" y="1884966"/>
          <a:ext cx="2171155" cy="1285967"/>
        </a:xfrm>
        <a:prstGeom prst="roundRect">
          <a:avLst>
            <a:gd name="adj" fmla="val 10000"/>
          </a:avLst>
        </a:prstGeom>
        <a:gradFill rotWithShape="0">
          <a:gsLst>
            <a:gs pos="0">
              <a:schemeClr val="accent3">
                <a:tint val="99000"/>
                <a:hueOff val="0"/>
                <a:satOff val="0"/>
                <a:lumOff val="0"/>
                <a:alphaOff val="0"/>
                <a:lumMod val="110000"/>
                <a:satMod val="105000"/>
                <a:tint val="67000"/>
              </a:schemeClr>
            </a:gs>
            <a:gs pos="50000">
              <a:schemeClr val="accent3">
                <a:tint val="99000"/>
                <a:hueOff val="0"/>
                <a:satOff val="0"/>
                <a:lumOff val="0"/>
                <a:alphaOff val="0"/>
                <a:lumMod val="105000"/>
                <a:satMod val="103000"/>
                <a:tint val="73000"/>
              </a:schemeClr>
            </a:gs>
            <a:gs pos="100000">
              <a:schemeClr val="accent3">
                <a:tint val="99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Antonino Zerilli</a:t>
          </a:r>
        </a:p>
        <a:p>
          <a:pPr marL="0" lvl="0" indent="0" algn="ctr" defTabSz="800100">
            <a:lnSpc>
              <a:spcPct val="90000"/>
            </a:lnSpc>
            <a:spcBef>
              <a:spcPct val="0"/>
            </a:spcBef>
            <a:spcAft>
              <a:spcPct val="35000"/>
            </a:spcAft>
            <a:buNone/>
          </a:pPr>
          <a:r>
            <a:rPr lang="it-IT" sz="1400" u="sng" kern="1200" dirty="0">
              <a:latin typeface="Cambria Math" panose="02040503050406030204" pitchFamily="18" charset="0"/>
              <a:ea typeface="Cambria Math" panose="02040503050406030204" pitchFamily="18" charset="0"/>
            </a:rPr>
            <a:t>Socio Fondatore</a:t>
          </a:r>
        </a:p>
        <a:p>
          <a:pPr marL="0" lvl="0" indent="0" algn="ctr" defTabSz="800100">
            <a:lnSpc>
              <a:spcPct val="90000"/>
            </a:lnSpc>
            <a:spcBef>
              <a:spcPct val="0"/>
            </a:spcBef>
            <a:spcAft>
              <a:spcPct val="35000"/>
            </a:spcAft>
            <a:buNone/>
          </a:pPr>
          <a:r>
            <a:rPr lang="it-IT" sz="1400" kern="1200" dirty="0">
              <a:latin typeface="Cambria Math" panose="02040503050406030204" pitchFamily="18" charset="0"/>
              <a:ea typeface="Cambria Math" panose="02040503050406030204" pitchFamily="18" charset="0"/>
            </a:rPr>
            <a:t>Responsabile logistica e gestione vigneto</a:t>
          </a:r>
        </a:p>
      </dsp:txBody>
      <dsp:txXfrm>
        <a:off x="1379442" y="1922631"/>
        <a:ext cx="2095825" cy="1210637"/>
      </dsp:txXfrm>
    </dsp:sp>
    <dsp:sp modelId="{3A49B09F-6447-A34A-92AB-E2250CFDB6E3}">
      <dsp:nvSpPr>
        <dsp:cNvPr id="0" name=""/>
        <dsp:cNvSpPr/>
      </dsp:nvSpPr>
      <dsp:spPr>
        <a:xfrm>
          <a:off x="1149966" y="3170933"/>
          <a:ext cx="1277388" cy="443658"/>
        </a:xfrm>
        <a:custGeom>
          <a:avLst/>
          <a:gdLst/>
          <a:ahLst/>
          <a:cxnLst/>
          <a:rect l="0" t="0" r="0" b="0"/>
          <a:pathLst>
            <a:path>
              <a:moveTo>
                <a:pt x="1277388" y="0"/>
              </a:moveTo>
              <a:lnTo>
                <a:pt x="1277388" y="221829"/>
              </a:lnTo>
              <a:lnTo>
                <a:pt x="0" y="221829"/>
              </a:lnTo>
              <a:lnTo>
                <a:pt x="0" y="443658"/>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16D678-838C-DD46-B56C-57DA0350D628}">
      <dsp:nvSpPr>
        <dsp:cNvPr id="0" name=""/>
        <dsp:cNvSpPr/>
      </dsp:nvSpPr>
      <dsp:spPr>
        <a:xfrm>
          <a:off x="105798" y="3614592"/>
          <a:ext cx="2088335" cy="1148133"/>
        </a:xfrm>
        <a:prstGeom prst="roundRect">
          <a:avLst>
            <a:gd name="adj" fmla="val 10000"/>
          </a:avLst>
        </a:prstGeom>
        <a:gradFill rotWithShape="0">
          <a:gsLst>
            <a:gs pos="0">
              <a:schemeClr val="accent3">
                <a:tint val="80000"/>
                <a:hueOff val="0"/>
                <a:satOff val="0"/>
                <a:lumOff val="0"/>
                <a:alphaOff val="0"/>
                <a:lumMod val="110000"/>
                <a:satMod val="105000"/>
                <a:tint val="67000"/>
              </a:schemeClr>
            </a:gs>
            <a:gs pos="50000">
              <a:schemeClr val="accent3">
                <a:tint val="80000"/>
                <a:hueOff val="0"/>
                <a:satOff val="0"/>
                <a:lumOff val="0"/>
                <a:alphaOff val="0"/>
                <a:lumMod val="105000"/>
                <a:satMod val="103000"/>
                <a:tint val="73000"/>
              </a:schemeClr>
            </a:gs>
            <a:gs pos="100000">
              <a:schemeClr val="accent3">
                <a:tint val="80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Giuseppe</a:t>
          </a:r>
        </a:p>
        <a:p>
          <a:pPr marL="0" lvl="0" indent="0" algn="ctr" defTabSz="800100">
            <a:lnSpc>
              <a:spcPct val="90000"/>
            </a:lnSpc>
            <a:spcBef>
              <a:spcPct val="0"/>
            </a:spcBef>
            <a:spcAft>
              <a:spcPct val="35000"/>
            </a:spcAft>
            <a:buNone/>
          </a:pPr>
          <a:r>
            <a:rPr lang="it-IT" sz="1400" b="0" kern="1200" dirty="0">
              <a:latin typeface="Cambria Math" panose="02040503050406030204" pitchFamily="18" charset="0"/>
              <a:ea typeface="Cambria Math" panose="02040503050406030204" pitchFamily="18" charset="0"/>
            </a:rPr>
            <a:t>Dipendente addetto alla cura del vigneto</a:t>
          </a:r>
          <a:endParaRPr lang="it-IT" sz="1400" b="1" kern="1200" dirty="0">
            <a:latin typeface="Cambria Math" panose="02040503050406030204" pitchFamily="18" charset="0"/>
            <a:ea typeface="Cambria Math" panose="02040503050406030204" pitchFamily="18" charset="0"/>
          </a:endParaRPr>
        </a:p>
      </dsp:txBody>
      <dsp:txXfrm>
        <a:off x="139426" y="3648220"/>
        <a:ext cx="2021079" cy="1080877"/>
      </dsp:txXfrm>
    </dsp:sp>
    <dsp:sp modelId="{FCA0A8F3-BDE8-E845-8978-E53863CEFD0B}">
      <dsp:nvSpPr>
        <dsp:cNvPr id="0" name=""/>
        <dsp:cNvSpPr/>
      </dsp:nvSpPr>
      <dsp:spPr>
        <a:xfrm>
          <a:off x="2427355" y="3170933"/>
          <a:ext cx="1293725" cy="443658"/>
        </a:xfrm>
        <a:custGeom>
          <a:avLst/>
          <a:gdLst/>
          <a:ahLst/>
          <a:cxnLst/>
          <a:rect l="0" t="0" r="0" b="0"/>
          <a:pathLst>
            <a:path>
              <a:moveTo>
                <a:pt x="0" y="0"/>
              </a:moveTo>
              <a:lnTo>
                <a:pt x="0" y="221829"/>
              </a:lnTo>
              <a:lnTo>
                <a:pt x="1293725" y="221829"/>
              </a:lnTo>
              <a:lnTo>
                <a:pt x="1293725" y="443658"/>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5227E0-8A89-3844-BE49-149712CA1E1D}">
      <dsp:nvSpPr>
        <dsp:cNvPr id="0" name=""/>
        <dsp:cNvSpPr/>
      </dsp:nvSpPr>
      <dsp:spPr>
        <a:xfrm>
          <a:off x="2693250" y="3614592"/>
          <a:ext cx="2055660" cy="1123444"/>
        </a:xfrm>
        <a:prstGeom prst="roundRect">
          <a:avLst>
            <a:gd name="adj" fmla="val 10000"/>
          </a:avLst>
        </a:prstGeom>
        <a:gradFill rotWithShape="0">
          <a:gsLst>
            <a:gs pos="0">
              <a:schemeClr val="accent3">
                <a:tint val="80000"/>
                <a:hueOff val="0"/>
                <a:satOff val="0"/>
                <a:lumOff val="0"/>
                <a:alphaOff val="0"/>
                <a:lumMod val="110000"/>
                <a:satMod val="105000"/>
                <a:tint val="67000"/>
              </a:schemeClr>
            </a:gs>
            <a:gs pos="50000">
              <a:schemeClr val="accent3">
                <a:tint val="80000"/>
                <a:hueOff val="0"/>
                <a:satOff val="0"/>
                <a:lumOff val="0"/>
                <a:alphaOff val="0"/>
                <a:lumMod val="105000"/>
                <a:satMod val="103000"/>
                <a:tint val="73000"/>
              </a:schemeClr>
            </a:gs>
            <a:gs pos="100000">
              <a:schemeClr val="accent3">
                <a:tint val="80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Flavio</a:t>
          </a:r>
        </a:p>
        <a:p>
          <a:pPr marL="0" lvl="0" indent="0" algn="ctr" defTabSz="800100">
            <a:lnSpc>
              <a:spcPct val="90000"/>
            </a:lnSpc>
            <a:spcBef>
              <a:spcPct val="0"/>
            </a:spcBef>
            <a:spcAft>
              <a:spcPct val="35000"/>
            </a:spcAft>
            <a:buNone/>
          </a:pPr>
          <a:r>
            <a:rPr lang="it-IT" sz="1400" b="0" kern="1200" dirty="0">
              <a:latin typeface="Cambria Math" panose="02040503050406030204" pitchFamily="18" charset="0"/>
              <a:ea typeface="Cambria Math" panose="02040503050406030204" pitchFamily="18" charset="0"/>
            </a:rPr>
            <a:t>Dipendente addetto alla cura del vigneto</a:t>
          </a:r>
        </a:p>
      </dsp:txBody>
      <dsp:txXfrm>
        <a:off x="2726155" y="3647497"/>
        <a:ext cx="1989850" cy="1057634"/>
      </dsp:txXfrm>
    </dsp:sp>
    <dsp:sp modelId="{CCEC51A6-3163-954C-9EEB-0D68E1B580A6}">
      <dsp:nvSpPr>
        <dsp:cNvPr id="0" name=""/>
        <dsp:cNvSpPr/>
      </dsp:nvSpPr>
      <dsp:spPr>
        <a:xfrm>
          <a:off x="4408089" y="1441307"/>
          <a:ext cx="1953000" cy="443658"/>
        </a:xfrm>
        <a:custGeom>
          <a:avLst/>
          <a:gdLst/>
          <a:ahLst/>
          <a:cxnLst/>
          <a:rect l="0" t="0" r="0" b="0"/>
          <a:pathLst>
            <a:path>
              <a:moveTo>
                <a:pt x="0" y="0"/>
              </a:moveTo>
              <a:lnTo>
                <a:pt x="0" y="221829"/>
              </a:lnTo>
              <a:lnTo>
                <a:pt x="1953000" y="221829"/>
              </a:lnTo>
              <a:lnTo>
                <a:pt x="1953000" y="443658"/>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53EB2D-46BD-114A-911C-21E8911CBBD6}">
      <dsp:nvSpPr>
        <dsp:cNvPr id="0" name=""/>
        <dsp:cNvSpPr/>
      </dsp:nvSpPr>
      <dsp:spPr>
        <a:xfrm>
          <a:off x="5247777" y="1884966"/>
          <a:ext cx="2226624" cy="1455800"/>
        </a:xfrm>
        <a:prstGeom prst="roundRect">
          <a:avLst>
            <a:gd name="adj" fmla="val 10000"/>
          </a:avLst>
        </a:prstGeom>
        <a:gradFill rotWithShape="0">
          <a:gsLst>
            <a:gs pos="0">
              <a:schemeClr val="accent3">
                <a:tint val="99000"/>
                <a:hueOff val="0"/>
                <a:satOff val="0"/>
                <a:lumOff val="0"/>
                <a:alphaOff val="0"/>
                <a:lumMod val="110000"/>
                <a:satMod val="105000"/>
                <a:tint val="67000"/>
              </a:schemeClr>
            </a:gs>
            <a:gs pos="50000">
              <a:schemeClr val="accent3">
                <a:tint val="99000"/>
                <a:hueOff val="0"/>
                <a:satOff val="0"/>
                <a:lumOff val="0"/>
                <a:alphaOff val="0"/>
                <a:lumMod val="105000"/>
                <a:satMod val="103000"/>
                <a:tint val="73000"/>
              </a:schemeClr>
            </a:gs>
            <a:gs pos="100000">
              <a:schemeClr val="accent3">
                <a:tint val="99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Vito Zerilli</a:t>
          </a:r>
        </a:p>
        <a:p>
          <a:pPr marL="0" lvl="0" indent="0" algn="ctr" defTabSz="800100">
            <a:lnSpc>
              <a:spcPct val="90000"/>
            </a:lnSpc>
            <a:spcBef>
              <a:spcPct val="0"/>
            </a:spcBef>
            <a:spcAft>
              <a:spcPct val="35000"/>
            </a:spcAft>
            <a:buNone/>
          </a:pPr>
          <a:r>
            <a:rPr lang="it-IT" sz="1400" u="sng" kern="1200" dirty="0">
              <a:latin typeface="Cambria Math" panose="02040503050406030204" pitchFamily="18" charset="0"/>
              <a:ea typeface="Cambria Math" panose="02040503050406030204" pitchFamily="18" charset="0"/>
            </a:rPr>
            <a:t>Socio fondatore</a:t>
          </a:r>
        </a:p>
        <a:p>
          <a:pPr marL="0" lvl="0" indent="0" algn="ctr" defTabSz="800100">
            <a:lnSpc>
              <a:spcPct val="90000"/>
            </a:lnSpc>
            <a:spcBef>
              <a:spcPct val="0"/>
            </a:spcBef>
            <a:spcAft>
              <a:spcPct val="35000"/>
            </a:spcAft>
            <a:buNone/>
          </a:pPr>
          <a:r>
            <a:rPr lang="it-IT" sz="1400" kern="1200" dirty="0">
              <a:latin typeface="Cambria Math" panose="02040503050406030204" pitchFamily="18" charset="0"/>
              <a:ea typeface="Cambria Math" panose="02040503050406030204" pitchFamily="18" charset="0"/>
            </a:rPr>
            <a:t>Responsabile produzione e addetto alle fasi enologiche</a:t>
          </a:r>
        </a:p>
      </dsp:txBody>
      <dsp:txXfrm>
        <a:off x="5290416" y="1927605"/>
        <a:ext cx="2141346" cy="1370522"/>
      </dsp:txXfrm>
    </dsp:sp>
    <dsp:sp modelId="{D1247D80-3A67-734A-83D3-C8967DE8C133}">
      <dsp:nvSpPr>
        <dsp:cNvPr id="0" name=""/>
        <dsp:cNvSpPr/>
      </dsp:nvSpPr>
      <dsp:spPr>
        <a:xfrm>
          <a:off x="6315369" y="3340766"/>
          <a:ext cx="91440" cy="443658"/>
        </a:xfrm>
        <a:custGeom>
          <a:avLst/>
          <a:gdLst/>
          <a:ahLst/>
          <a:cxnLst/>
          <a:rect l="0" t="0" r="0" b="0"/>
          <a:pathLst>
            <a:path>
              <a:moveTo>
                <a:pt x="45720" y="0"/>
              </a:moveTo>
              <a:lnTo>
                <a:pt x="45720" y="443658"/>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730444-DCCD-F24A-AE15-C569D5E7B7EE}">
      <dsp:nvSpPr>
        <dsp:cNvPr id="0" name=""/>
        <dsp:cNvSpPr/>
      </dsp:nvSpPr>
      <dsp:spPr>
        <a:xfrm>
          <a:off x="5248027" y="3784425"/>
          <a:ext cx="2226125" cy="1316823"/>
        </a:xfrm>
        <a:prstGeom prst="roundRect">
          <a:avLst>
            <a:gd name="adj" fmla="val 10000"/>
          </a:avLst>
        </a:prstGeom>
        <a:gradFill rotWithShape="0">
          <a:gsLst>
            <a:gs pos="0">
              <a:schemeClr val="accent3">
                <a:tint val="80000"/>
                <a:hueOff val="0"/>
                <a:satOff val="0"/>
                <a:lumOff val="0"/>
                <a:alphaOff val="0"/>
                <a:lumMod val="110000"/>
                <a:satMod val="105000"/>
                <a:tint val="67000"/>
              </a:schemeClr>
            </a:gs>
            <a:gs pos="50000">
              <a:schemeClr val="accent3">
                <a:tint val="80000"/>
                <a:hueOff val="0"/>
                <a:satOff val="0"/>
                <a:lumOff val="0"/>
                <a:alphaOff val="0"/>
                <a:lumMod val="105000"/>
                <a:satMod val="103000"/>
                <a:tint val="73000"/>
              </a:schemeClr>
            </a:gs>
            <a:gs pos="100000">
              <a:schemeClr val="accent3">
                <a:tint val="80000"/>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Antonella</a:t>
          </a:r>
        </a:p>
        <a:p>
          <a:pPr marL="0" lvl="0" indent="0" algn="ctr" defTabSz="800100">
            <a:lnSpc>
              <a:spcPct val="90000"/>
            </a:lnSpc>
            <a:spcBef>
              <a:spcPct val="0"/>
            </a:spcBef>
            <a:spcAft>
              <a:spcPct val="35000"/>
            </a:spcAft>
            <a:buNone/>
          </a:pPr>
          <a:r>
            <a:rPr lang="it-IT" sz="1400" b="0" kern="1200" dirty="0">
              <a:latin typeface="Cambria Math" panose="02040503050406030204" pitchFamily="18" charset="0"/>
              <a:ea typeface="Cambria Math" panose="02040503050406030204" pitchFamily="18" charset="0"/>
            </a:rPr>
            <a:t>Addetta alla contabilità e gestione e-commerce </a:t>
          </a:r>
          <a:endParaRPr lang="it-IT" sz="1800" b="0" kern="1200" dirty="0">
            <a:latin typeface="Cambria Math" panose="02040503050406030204" pitchFamily="18" charset="0"/>
            <a:ea typeface="Cambria Math" panose="02040503050406030204" pitchFamily="18" charset="0"/>
          </a:endParaRPr>
        </a:p>
      </dsp:txBody>
      <dsp:txXfrm>
        <a:off x="5286595" y="3822993"/>
        <a:ext cx="2148989" cy="1239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0E608-93A9-6344-BE3F-947D74DAAF0A}">
      <dsp:nvSpPr>
        <dsp:cNvPr id="0" name=""/>
        <dsp:cNvSpPr/>
      </dsp:nvSpPr>
      <dsp:spPr>
        <a:xfrm>
          <a:off x="6797" y="163333"/>
          <a:ext cx="2031764" cy="120377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it-IT" sz="3600" kern="1200" dirty="0">
              <a:latin typeface="Cambria Math" panose="02040503050406030204" pitchFamily="18" charset="0"/>
              <a:ea typeface="Cambria Math" panose="02040503050406030204" pitchFamily="18" charset="0"/>
            </a:rPr>
            <a:t>Diretti</a:t>
          </a:r>
          <a:endParaRPr lang="it-IT" sz="4000" kern="1200" dirty="0">
            <a:latin typeface="Cambria Math" panose="02040503050406030204" pitchFamily="18" charset="0"/>
            <a:ea typeface="Cambria Math" panose="02040503050406030204" pitchFamily="18" charset="0"/>
          </a:endParaRPr>
        </a:p>
      </dsp:txBody>
      <dsp:txXfrm>
        <a:off x="42054" y="198590"/>
        <a:ext cx="1961250" cy="1133259"/>
      </dsp:txXfrm>
    </dsp:sp>
    <dsp:sp modelId="{C5F73232-423D-744E-859F-DA75DB09A54C}">
      <dsp:nvSpPr>
        <dsp:cNvPr id="0" name=""/>
        <dsp:cNvSpPr/>
      </dsp:nvSpPr>
      <dsp:spPr>
        <a:xfrm>
          <a:off x="2241738" y="513281"/>
          <a:ext cx="430734" cy="503877"/>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it-IT" sz="2100" kern="1200"/>
        </a:p>
      </dsp:txBody>
      <dsp:txXfrm>
        <a:off x="2241738" y="614056"/>
        <a:ext cx="301514" cy="302327"/>
      </dsp:txXfrm>
    </dsp:sp>
    <dsp:sp modelId="{A9DC63DA-F7B6-274A-B49F-5F16BA7ACBD1}">
      <dsp:nvSpPr>
        <dsp:cNvPr id="0" name=""/>
        <dsp:cNvSpPr/>
      </dsp:nvSpPr>
      <dsp:spPr>
        <a:xfrm>
          <a:off x="2851267" y="69976"/>
          <a:ext cx="2031764" cy="1390488"/>
        </a:xfrm>
        <a:prstGeom prst="roundRect">
          <a:avLst>
            <a:gd name="adj" fmla="val 10000"/>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it-IT" sz="1600" kern="1200" dirty="0">
              <a:latin typeface="Cambria Math" panose="02040503050406030204" pitchFamily="18" charset="0"/>
              <a:ea typeface="Cambria Math" panose="02040503050406030204" pitchFamily="18" charset="0"/>
            </a:rPr>
            <a:t>Aziende locali del settore che commercializzano gli stessi prodotti</a:t>
          </a:r>
        </a:p>
      </dsp:txBody>
      <dsp:txXfrm>
        <a:off x="2891993" y="110702"/>
        <a:ext cx="1950312" cy="1309036"/>
      </dsp:txXfrm>
    </dsp:sp>
    <dsp:sp modelId="{416BDA6E-75F4-6A4D-B4DA-EF5722988D00}">
      <dsp:nvSpPr>
        <dsp:cNvPr id="0" name=""/>
        <dsp:cNvSpPr/>
      </dsp:nvSpPr>
      <dsp:spPr>
        <a:xfrm>
          <a:off x="5086208" y="513281"/>
          <a:ext cx="430734" cy="503877"/>
        </a:xfrm>
        <a:prstGeom prst="rightArrow">
          <a:avLst>
            <a:gd name="adj1" fmla="val 60000"/>
            <a:gd name="adj2" fmla="val 50000"/>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it-IT" sz="2100" kern="1200"/>
        </a:p>
      </dsp:txBody>
      <dsp:txXfrm>
        <a:off x="5086208" y="614056"/>
        <a:ext cx="301514" cy="302327"/>
      </dsp:txXfrm>
    </dsp:sp>
    <dsp:sp modelId="{ECE02233-CFF8-5B45-9DC1-376596C93B1A}">
      <dsp:nvSpPr>
        <dsp:cNvPr id="0" name=""/>
        <dsp:cNvSpPr/>
      </dsp:nvSpPr>
      <dsp:spPr>
        <a:xfrm>
          <a:off x="5695737" y="69976"/>
          <a:ext cx="2031764" cy="1390488"/>
        </a:xfrm>
        <a:prstGeom prst="roundRect">
          <a:avLst>
            <a:gd name="adj" fmla="val 10000"/>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outerShdw blurRad="50800" dist="38100" dir="8100000" algn="tr" rotWithShape="0">
            <a:prstClr val="black">
              <a:alpha val="40000"/>
            </a:prst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it-IT" sz="1400" kern="1200" dirty="0">
              <a:latin typeface="Century" panose="02040604050505020304" pitchFamily="18" charset="0"/>
            </a:rPr>
            <a:t>- </a:t>
          </a:r>
          <a:r>
            <a:rPr lang="it-IT" sz="1400" kern="1200" dirty="0" err="1">
              <a:latin typeface="Century" panose="02040604050505020304" pitchFamily="18" charset="0"/>
            </a:rPr>
            <a:t>Donnafugata</a:t>
          </a:r>
          <a:endParaRPr lang="it-IT" sz="1400" kern="1200" dirty="0">
            <a:latin typeface="Century" panose="02040604050505020304" pitchFamily="18" charset="0"/>
          </a:endParaRPr>
        </a:p>
        <a:p>
          <a:pPr marL="0" lvl="0" indent="0" algn="ctr" defTabSz="622300">
            <a:lnSpc>
              <a:spcPct val="90000"/>
            </a:lnSpc>
            <a:spcBef>
              <a:spcPct val="0"/>
            </a:spcBef>
            <a:spcAft>
              <a:spcPct val="35000"/>
            </a:spcAft>
            <a:buNone/>
          </a:pPr>
          <a:r>
            <a:rPr lang="it-IT" sz="1400" kern="1200" dirty="0">
              <a:latin typeface="Century" panose="02040604050505020304" pitchFamily="18" charset="0"/>
            </a:rPr>
            <a:t>- Azienda agricola Milazzo</a:t>
          </a:r>
        </a:p>
        <a:p>
          <a:pPr marL="0" lvl="0" indent="0" algn="ctr" defTabSz="622300">
            <a:lnSpc>
              <a:spcPct val="90000"/>
            </a:lnSpc>
            <a:spcBef>
              <a:spcPct val="0"/>
            </a:spcBef>
            <a:spcAft>
              <a:spcPct val="35000"/>
            </a:spcAft>
            <a:buNone/>
          </a:pPr>
          <a:r>
            <a:rPr lang="it-IT" sz="1400" kern="1200" dirty="0">
              <a:latin typeface="Century" panose="02040604050505020304" pitchFamily="18" charset="0"/>
            </a:rPr>
            <a:t>- Cantine Pellegrino</a:t>
          </a:r>
        </a:p>
        <a:p>
          <a:pPr marL="0" lvl="0" indent="0" algn="ctr" defTabSz="622300">
            <a:lnSpc>
              <a:spcPct val="90000"/>
            </a:lnSpc>
            <a:spcBef>
              <a:spcPct val="0"/>
            </a:spcBef>
            <a:spcAft>
              <a:spcPct val="35000"/>
            </a:spcAft>
            <a:buNone/>
          </a:pPr>
          <a:r>
            <a:rPr lang="it-IT" sz="1400" kern="1200" dirty="0">
              <a:latin typeface="Century" panose="02040604050505020304" pitchFamily="18" charset="0"/>
            </a:rPr>
            <a:t>- </a:t>
          </a:r>
          <a:r>
            <a:rPr lang="it-IT" sz="1400" kern="1200" dirty="0" err="1">
              <a:latin typeface="Century" panose="02040604050505020304" pitchFamily="18" charset="0"/>
            </a:rPr>
            <a:t>Firriato</a:t>
          </a:r>
          <a:endParaRPr lang="it-IT" sz="1400" kern="1200" dirty="0">
            <a:latin typeface="Century" panose="02040604050505020304" pitchFamily="18" charset="0"/>
          </a:endParaRPr>
        </a:p>
      </dsp:txBody>
      <dsp:txXfrm>
        <a:off x="5736463" y="110702"/>
        <a:ext cx="1950312" cy="13090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0E608-93A9-6344-BE3F-947D74DAAF0A}">
      <dsp:nvSpPr>
        <dsp:cNvPr id="0" name=""/>
        <dsp:cNvSpPr/>
      </dsp:nvSpPr>
      <dsp:spPr>
        <a:xfrm>
          <a:off x="6797" y="155691"/>
          <a:ext cx="2031764" cy="1219058"/>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it-IT" sz="3600" kern="1200" dirty="0">
              <a:latin typeface="Cambria Math" panose="02040503050406030204" pitchFamily="18" charset="0"/>
              <a:ea typeface="Cambria Math" panose="02040503050406030204" pitchFamily="18" charset="0"/>
            </a:rPr>
            <a:t>Indiretti</a:t>
          </a:r>
        </a:p>
      </dsp:txBody>
      <dsp:txXfrm>
        <a:off x="42502" y="191396"/>
        <a:ext cx="1960354" cy="1147648"/>
      </dsp:txXfrm>
    </dsp:sp>
    <dsp:sp modelId="{C5F73232-423D-744E-859F-DA75DB09A54C}">
      <dsp:nvSpPr>
        <dsp:cNvPr id="0" name=""/>
        <dsp:cNvSpPr/>
      </dsp:nvSpPr>
      <dsp:spPr>
        <a:xfrm>
          <a:off x="2241738" y="513281"/>
          <a:ext cx="430734" cy="503877"/>
        </a:xfrm>
        <a:prstGeom prst="rightArrow">
          <a:avLst>
            <a:gd name="adj1" fmla="val 60000"/>
            <a:gd name="adj2" fmla="val 50000"/>
          </a:avLst>
        </a:prstGeom>
        <a:solidFill>
          <a:schemeClr val="dk2">
            <a:tint val="60000"/>
            <a:hueOff val="0"/>
            <a:satOff val="0"/>
            <a:lumOff val="0"/>
            <a:alphaOff val="0"/>
          </a:schemeClr>
        </a:solidFill>
        <a:ln>
          <a:noFill/>
        </a:ln>
        <a:effectLst>
          <a:outerShdw blurRad="50800" dist="38100" dir="8100000" algn="tr"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it-IT" sz="2100" kern="1200"/>
        </a:p>
      </dsp:txBody>
      <dsp:txXfrm>
        <a:off x="2241738" y="614056"/>
        <a:ext cx="301514" cy="302327"/>
      </dsp:txXfrm>
    </dsp:sp>
    <dsp:sp modelId="{A9DC63DA-F7B6-274A-B49F-5F16BA7ACBD1}">
      <dsp:nvSpPr>
        <dsp:cNvPr id="0" name=""/>
        <dsp:cNvSpPr/>
      </dsp:nvSpPr>
      <dsp:spPr>
        <a:xfrm>
          <a:off x="2851267" y="155691"/>
          <a:ext cx="2031764" cy="1219058"/>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kern="1200" dirty="0">
              <a:latin typeface="Century" panose="02040604050505020304" pitchFamily="18" charset="0"/>
            </a:rPr>
            <a:t>Piattaforme di      e-commerce online</a:t>
          </a:r>
        </a:p>
      </dsp:txBody>
      <dsp:txXfrm>
        <a:off x="2886972" y="191396"/>
        <a:ext cx="1960354" cy="1147648"/>
      </dsp:txXfrm>
    </dsp:sp>
    <dsp:sp modelId="{416BDA6E-75F4-6A4D-B4DA-EF5722988D00}">
      <dsp:nvSpPr>
        <dsp:cNvPr id="0" name=""/>
        <dsp:cNvSpPr/>
      </dsp:nvSpPr>
      <dsp:spPr>
        <a:xfrm>
          <a:off x="5086208" y="513281"/>
          <a:ext cx="430734" cy="503877"/>
        </a:xfrm>
        <a:prstGeom prst="rightArrow">
          <a:avLst>
            <a:gd name="adj1" fmla="val 60000"/>
            <a:gd name="adj2" fmla="val 50000"/>
          </a:avLst>
        </a:prstGeom>
        <a:solidFill>
          <a:schemeClr val="dk2">
            <a:tint val="60000"/>
            <a:hueOff val="0"/>
            <a:satOff val="0"/>
            <a:lumOff val="0"/>
            <a:alphaOff val="0"/>
          </a:schemeClr>
        </a:solidFill>
        <a:ln>
          <a:noFill/>
        </a:ln>
        <a:effectLst>
          <a:outerShdw blurRad="50800" dist="38100" dir="8100000" algn="tr"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it-IT" sz="2100" kern="1200"/>
        </a:p>
      </dsp:txBody>
      <dsp:txXfrm>
        <a:off x="5086208" y="614056"/>
        <a:ext cx="301514" cy="302327"/>
      </dsp:txXfrm>
    </dsp:sp>
    <dsp:sp modelId="{ECE02233-CFF8-5B45-9DC1-376596C93B1A}">
      <dsp:nvSpPr>
        <dsp:cNvPr id="0" name=""/>
        <dsp:cNvSpPr/>
      </dsp:nvSpPr>
      <dsp:spPr>
        <a:xfrm>
          <a:off x="5695737" y="155691"/>
          <a:ext cx="2031764" cy="1219058"/>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kern="1200" dirty="0">
              <a:latin typeface="Century" panose="02040604050505020304" pitchFamily="18" charset="0"/>
            </a:rPr>
            <a:t>- Tannico</a:t>
          </a:r>
        </a:p>
        <a:p>
          <a:pPr marL="0" lvl="0" indent="0" algn="ctr" defTabSz="800100">
            <a:lnSpc>
              <a:spcPct val="90000"/>
            </a:lnSpc>
            <a:spcBef>
              <a:spcPct val="0"/>
            </a:spcBef>
            <a:spcAft>
              <a:spcPct val="35000"/>
            </a:spcAft>
            <a:buNone/>
          </a:pPr>
          <a:r>
            <a:rPr lang="it-IT" sz="1800" kern="1200" dirty="0">
              <a:latin typeface="Century" panose="02040604050505020304" pitchFamily="18" charset="0"/>
            </a:rPr>
            <a:t>- </a:t>
          </a:r>
          <a:r>
            <a:rPr lang="it-IT" sz="1800" kern="1200" dirty="0" err="1">
              <a:latin typeface="Century" panose="02040604050505020304" pitchFamily="18" charset="0"/>
            </a:rPr>
            <a:t>CallmeWine</a:t>
          </a:r>
          <a:endParaRPr lang="it-IT" sz="1800" kern="1200" dirty="0">
            <a:latin typeface="Century" panose="02040604050505020304" pitchFamily="18" charset="0"/>
          </a:endParaRPr>
        </a:p>
        <a:p>
          <a:pPr marL="0" lvl="0" indent="0" algn="ctr" defTabSz="800100">
            <a:lnSpc>
              <a:spcPct val="90000"/>
            </a:lnSpc>
            <a:spcBef>
              <a:spcPct val="0"/>
            </a:spcBef>
            <a:spcAft>
              <a:spcPct val="35000"/>
            </a:spcAft>
            <a:buNone/>
          </a:pPr>
          <a:r>
            <a:rPr lang="it-IT" sz="1800" kern="1200" dirty="0">
              <a:latin typeface="Century" panose="02040604050505020304" pitchFamily="18" charset="0"/>
            </a:rPr>
            <a:t>- </a:t>
          </a:r>
          <a:r>
            <a:rPr lang="it-IT" sz="1800" kern="1200" dirty="0" err="1">
              <a:latin typeface="Century" panose="02040604050505020304" pitchFamily="18" charset="0"/>
            </a:rPr>
            <a:t>Vino.com</a:t>
          </a:r>
          <a:endParaRPr lang="it-IT" sz="1800" kern="1200" dirty="0">
            <a:latin typeface="Century" panose="02040604050505020304" pitchFamily="18" charset="0"/>
          </a:endParaRPr>
        </a:p>
      </dsp:txBody>
      <dsp:txXfrm>
        <a:off x="5731442" y="191396"/>
        <a:ext cx="1960354" cy="1147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E8B70-F165-9E47-816B-061232290F49}">
      <dsp:nvSpPr>
        <dsp:cNvPr id="0" name=""/>
        <dsp:cNvSpPr/>
      </dsp:nvSpPr>
      <dsp:spPr>
        <a:xfrm>
          <a:off x="0" y="53557"/>
          <a:ext cx="7352916" cy="2302540"/>
        </a:xfrm>
        <a:prstGeom prst="roundRect">
          <a:avLst>
            <a:gd name="adj" fmla="val 1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outerShdw blurRad="50800" dist="38100" dir="8100000" algn="tr" rotWithShape="0">
            <a:prstClr val="black">
              <a:alpha val="40000"/>
            </a:prstClr>
          </a:outerShdw>
        </a:effectLst>
      </dsp:spPr>
      <dsp:style>
        <a:lnRef idx="1">
          <a:scrgbClr r="0" g="0" b="0"/>
        </a:lnRef>
        <a:fillRef idx="1">
          <a:scrgbClr r="0" g="0" b="0"/>
        </a:fillRef>
        <a:effectRef idx="0">
          <a:scrgbClr r="0" g="0" b="0"/>
        </a:effectRef>
        <a:fontRef idx="minor"/>
      </dsp:style>
    </dsp:sp>
    <dsp:sp modelId="{872ECA9F-AE2C-DC40-8A92-A2F94734548B}">
      <dsp:nvSpPr>
        <dsp:cNvPr id="0" name=""/>
        <dsp:cNvSpPr/>
      </dsp:nvSpPr>
      <dsp:spPr>
        <a:xfrm>
          <a:off x="220587" y="307005"/>
          <a:ext cx="2159919" cy="168852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4000" b="-4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421E4EBD-CAA0-5F42-84B4-1DB9C71B77E3}">
      <dsp:nvSpPr>
        <dsp:cNvPr id="0" name=""/>
        <dsp:cNvSpPr/>
      </dsp:nvSpPr>
      <dsp:spPr>
        <a:xfrm rot="10800000">
          <a:off x="220587" y="2302540"/>
          <a:ext cx="2159919" cy="2814216"/>
        </a:xfrm>
        <a:prstGeom prst="round2SameRect">
          <a:avLst>
            <a:gd name="adj1" fmla="val 1050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VINO ROSSO</a:t>
          </a:r>
        </a:p>
        <a:p>
          <a:pPr marL="0" lvl="0" indent="0" algn="ctr" defTabSz="800100">
            <a:lnSpc>
              <a:spcPct val="90000"/>
            </a:lnSpc>
            <a:spcBef>
              <a:spcPct val="0"/>
            </a:spcBef>
            <a:spcAft>
              <a:spcPct val="35000"/>
            </a:spcAft>
            <a:buNone/>
          </a:pPr>
          <a:r>
            <a:rPr lang="it-IT" sz="1800" b="1" u="sng" kern="1200" dirty="0">
              <a:latin typeface="Cambria Math" panose="02040503050406030204" pitchFamily="18" charset="0"/>
              <a:ea typeface="Cambria Math" panose="02040503050406030204" pitchFamily="18" charset="0"/>
            </a:rPr>
            <a:t>Nero d’Avola</a:t>
          </a:r>
        </a:p>
        <a:p>
          <a:pPr marL="0" lvl="0" indent="0" algn="ctr" defTabSz="800100">
            <a:lnSpc>
              <a:spcPct val="90000"/>
            </a:lnSpc>
            <a:spcBef>
              <a:spcPct val="0"/>
            </a:spcBef>
            <a:spcAft>
              <a:spcPct val="35000"/>
            </a:spcAft>
            <a:buNone/>
          </a:pPr>
          <a:endParaRPr lang="it-IT" sz="1800" u="sng" kern="1200" dirty="0">
            <a:latin typeface="Cambria Math" panose="02040503050406030204" pitchFamily="18" charset="0"/>
            <a:ea typeface="Cambria Math" panose="02040503050406030204" pitchFamily="18" charset="0"/>
          </a:endParaRP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listino:</a:t>
          </a:r>
          <a:r>
            <a:rPr lang="it-IT" sz="1800" kern="1200" dirty="0">
              <a:latin typeface="Cambria Math" panose="02040503050406030204" pitchFamily="18" charset="0"/>
              <a:ea typeface="Cambria Math" panose="02040503050406030204" pitchFamily="18" charset="0"/>
            </a:rPr>
            <a:t>  8,00€</a:t>
          </a: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e-commerce: </a:t>
          </a:r>
          <a:r>
            <a:rPr lang="it-IT" sz="1800" kern="1200" dirty="0">
              <a:latin typeface="Cambria Math" panose="02040503050406030204" pitchFamily="18" charset="0"/>
              <a:ea typeface="Cambria Math" panose="02040503050406030204" pitchFamily="18" charset="0"/>
            </a:rPr>
            <a:t>10,00€</a:t>
          </a:r>
        </a:p>
      </dsp:txBody>
      <dsp:txXfrm rot="10800000">
        <a:off x="287012" y="2302540"/>
        <a:ext cx="2027069" cy="2747791"/>
      </dsp:txXfrm>
    </dsp:sp>
    <dsp:sp modelId="{7C345714-5630-754B-807F-C1467F7184C4}">
      <dsp:nvSpPr>
        <dsp:cNvPr id="0" name=""/>
        <dsp:cNvSpPr/>
      </dsp:nvSpPr>
      <dsp:spPr>
        <a:xfrm>
          <a:off x="2596498" y="307005"/>
          <a:ext cx="2159919" cy="1688529"/>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1A81603A-4AED-AF49-B892-DD7A48A692CE}">
      <dsp:nvSpPr>
        <dsp:cNvPr id="0" name=""/>
        <dsp:cNvSpPr/>
      </dsp:nvSpPr>
      <dsp:spPr>
        <a:xfrm rot="10800000">
          <a:off x="2596498" y="2302540"/>
          <a:ext cx="2159919" cy="2814216"/>
        </a:xfrm>
        <a:prstGeom prst="round2SameRect">
          <a:avLst>
            <a:gd name="adj1" fmla="val 10500"/>
            <a:gd name="adj2" fmla="val 0"/>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VINO BIANCO</a:t>
          </a:r>
        </a:p>
        <a:p>
          <a:pPr marL="0" lvl="0" indent="0" algn="ctr" defTabSz="800100">
            <a:lnSpc>
              <a:spcPct val="90000"/>
            </a:lnSpc>
            <a:spcBef>
              <a:spcPct val="0"/>
            </a:spcBef>
            <a:spcAft>
              <a:spcPct val="35000"/>
            </a:spcAft>
            <a:buNone/>
          </a:pPr>
          <a:r>
            <a:rPr lang="it-IT" sz="1800" b="1" u="sng" kern="1200" dirty="0">
              <a:latin typeface="Cambria Math" panose="02040503050406030204" pitchFamily="18" charset="0"/>
              <a:ea typeface="Cambria Math" panose="02040503050406030204" pitchFamily="18" charset="0"/>
            </a:rPr>
            <a:t>Grillo</a:t>
          </a:r>
        </a:p>
        <a:p>
          <a:pPr marL="0" lvl="0" indent="0" algn="ctr" defTabSz="800100">
            <a:lnSpc>
              <a:spcPct val="90000"/>
            </a:lnSpc>
            <a:spcBef>
              <a:spcPct val="0"/>
            </a:spcBef>
            <a:spcAft>
              <a:spcPct val="35000"/>
            </a:spcAft>
            <a:buNone/>
          </a:pPr>
          <a:endParaRPr lang="it-IT" sz="1800" u="sng" kern="1200" dirty="0">
            <a:latin typeface="Cambria Math" panose="02040503050406030204" pitchFamily="18" charset="0"/>
            <a:ea typeface="Cambria Math" panose="02040503050406030204" pitchFamily="18" charset="0"/>
          </a:endParaRP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listino: </a:t>
          </a:r>
          <a:r>
            <a:rPr lang="it-IT" sz="1800" kern="1200" dirty="0">
              <a:latin typeface="Cambria Math" panose="02040503050406030204" pitchFamily="18" charset="0"/>
              <a:ea typeface="Cambria Math" panose="02040503050406030204" pitchFamily="18" charset="0"/>
            </a:rPr>
            <a:t>8,00€</a:t>
          </a: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e-commerce: </a:t>
          </a:r>
          <a:r>
            <a:rPr lang="it-IT" sz="1800" kern="1200" dirty="0">
              <a:latin typeface="Cambria Math" panose="02040503050406030204" pitchFamily="18" charset="0"/>
              <a:ea typeface="Cambria Math" panose="02040503050406030204" pitchFamily="18" charset="0"/>
            </a:rPr>
            <a:t>10,00€</a:t>
          </a:r>
        </a:p>
      </dsp:txBody>
      <dsp:txXfrm rot="10800000">
        <a:off x="2662923" y="2302540"/>
        <a:ext cx="2027069" cy="2747791"/>
      </dsp:txXfrm>
    </dsp:sp>
    <dsp:sp modelId="{D6DEF973-529A-9348-9649-130ABC6D16F5}">
      <dsp:nvSpPr>
        <dsp:cNvPr id="0" name=""/>
        <dsp:cNvSpPr/>
      </dsp:nvSpPr>
      <dsp:spPr>
        <a:xfrm>
          <a:off x="4972409" y="307005"/>
          <a:ext cx="2159919" cy="168852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CFC718E-ECBD-1949-AA8D-F0684090C238}">
      <dsp:nvSpPr>
        <dsp:cNvPr id="0" name=""/>
        <dsp:cNvSpPr/>
      </dsp:nvSpPr>
      <dsp:spPr>
        <a:xfrm rot="10800000">
          <a:off x="4972409" y="2302540"/>
          <a:ext cx="2159919" cy="2814216"/>
        </a:xfrm>
        <a:prstGeom prst="round2SameRect">
          <a:avLst>
            <a:gd name="adj1" fmla="val 10500"/>
            <a:gd name="adj2" fmla="val 0"/>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it-IT" sz="1800" b="1" kern="1200" dirty="0">
              <a:latin typeface="Cambria Math" panose="02040503050406030204" pitchFamily="18" charset="0"/>
              <a:ea typeface="Cambria Math" panose="02040503050406030204" pitchFamily="18" charset="0"/>
            </a:rPr>
            <a:t>VINO LIQUOROSO</a:t>
          </a:r>
        </a:p>
        <a:p>
          <a:pPr marL="0" lvl="0" indent="0" algn="ctr" defTabSz="800100">
            <a:lnSpc>
              <a:spcPct val="90000"/>
            </a:lnSpc>
            <a:spcBef>
              <a:spcPct val="0"/>
            </a:spcBef>
            <a:spcAft>
              <a:spcPct val="35000"/>
            </a:spcAft>
            <a:buNone/>
          </a:pPr>
          <a:r>
            <a:rPr lang="it-IT" sz="1800" b="1" u="sng" kern="1200" dirty="0">
              <a:latin typeface="Cambria Math" panose="02040503050406030204" pitchFamily="18" charset="0"/>
              <a:ea typeface="Cambria Math" panose="02040503050406030204" pitchFamily="18" charset="0"/>
            </a:rPr>
            <a:t>Marsala Garibaldi</a:t>
          </a:r>
        </a:p>
        <a:p>
          <a:pPr marL="0" lvl="0" indent="0" algn="ctr" defTabSz="800100">
            <a:lnSpc>
              <a:spcPct val="90000"/>
            </a:lnSpc>
            <a:spcBef>
              <a:spcPct val="0"/>
            </a:spcBef>
            <a:spcAft>
              <a:spcPct val="35000"/>
            </a:spcAft>
            <a:buNone/>
          </a:pPr>
          <a:endParaRPr lang="it-IT" sz="1800" u="sng" kern="1200" dirty="0">
            <a:latin typeface="Cambria Math" panose="02040503050406030204" pitchFamily="18" charset="0"/>
            <a:ea typeface="Cambria Math" panose="02040503050406030204" pitchFamily="18" charset="0"/>
          </a:endParaRP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listino: </a:t>
          </a:r>
          <a:r>
            <a:rPr lang="it-IT" sz="1800" kern="1200" dirty="0">
              <a:latin typeface="Cambria Math" panose="02040503050406030204" pitchFamily="18" charset="0"/>
              <a:ea typeface="Cambria Math" panose="02040503050406030204" pitchFamily="18" charset="0"/>
            </a:rPr>
            <a:t>13,00€</a:t>
          </a:r>
        </a:p>
        <a:p>
          <a:pPr marL="0" lvl="0" indent="0" algn="ctr" defTabSz="800100">
            <a:lnSpc>
              <a:spcPct val="90000"/>
            </a:lnSpc>
            <a:spcBef>
              <a:spcPct val="0"/>
            </a:spcBef>
            <a:spcAft>
              <a:spcPct val="35000"/>
            </a:spcAft>
            <a:buNone/>
          </a:pPr>
          <a:r>
            <a:rPr lang="it-IT" sz="1800" i="1" kern="1200" dirty="0">
              <a:latin typeface="Cambria Math" panose="02040503050406030204" pitchFamily="18" charset="0"/>
              <a:ea typeface="Cambria Math" panose="02040503050406030204" pitchFamily="18" charset="0"/>
            </a:rPr>
            <a:t>Prezzo                       e-commerce: </a:t>
          </a:r>
          <a:r>
            <a:rPr lang="it-IT" sz="1800" kern="1200" dirty="0">
              <a:latin typeface="Cambria Math" panose="02040503050406030204" pitchFamily="18" charset="0"/>
              <a:ea typeface="Cambria Math" panose="02040503050406030204" pitchFamily="18" charset="0"/>
            </a:rPr>
            <a:t>16,00€</a:t>
          </a:r>
        </a:p>
      </dsp:txBody>
      <dsp:txXfrm rot="10800000">
        <a:off x="5038834" y="2302540"/>
        <a:ext cx="2027069" cy="27477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0.46043</cdr:x>
      <cdr:y>0.19783</cdr:y>
    </cdr:from>
    <cdr:to>
      <cdr:x>0.58084</cdr:x>
      <cdr:y>0.30863</cdr:y>
    </cdr:to>
    <cdr:cxnSp macro="">
      <cdr:nvCxnSpPr>
        <cdr:cNvPr id="3" name="Connettore 4 2">
          <a:extLst xmlns:a="http://schemas.openxmlformats.org/drawingml/2006/main">
            <a:ext uri="{FF2B5EF4-FFF2-40B4-BE49-F238E27FC236}">
              <a16:creationId xmlns:a16="http://schemas.microsoft.com/office/drawing/2014/main" id="{C926FA1D-5EA7-2C17-7CBA-0C268A806933}"/>
            </a:ext>
          </a:extLst>
        </cdr:cNvPr>
        <cdr:cNvCxnSpPr/>
      </cdr:nvCxnSpPr>
      <cdr:spPr>
        <a:xfrm xmlns:a="http://schemas.openxmlformats.org/drawingml/2006/main" flipV="1">
          <a:off x="2345741" y="785299"/>
          <a:ext cx="613458" cy="439838"/>
        </a:xfrm>
        <a:prstGeom xmlns:a="http://schemas.openxmlformats.org/drawingml/2006/main" prst="bentConnector3">
          <a:avLst>
            <a:gd name="adj1" fmla="val 93396"/>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A1651-65A8-F249-9DCD-3EB544F03F37}" type="datetimeFigureOut">
              <a:rPr lang="it-IT" smtClean="0"/>
              <a:t>16/05/23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096485-5630-CE48-AF58-C6331FABB8C6}" type="slidenum">
              <a:rPr lang="it-IT" smtClean="0"/>
              <a:t>‹N›</a:t>
            </a:fld>
            <a:endParaRPr lang="it-IT"/>
          </a:p>
        </p:txBody>
      </p:sp>
    </p:spTree>
    <p:extLst>
      <p:ext uri="{BB962C8B-B14F-4D97-AF65-F5344CB8AC3E}">
        <p14:creationId xmlns:p14="http://schemas.microsoft.com/office/powerpoint/2010/main" val="29185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a:t>
            </a:fld>
            <a:endParaRPr lang="it-IT"/>
          </a:p>
        </p:txBody>
      </p:sp>
    </p:spTree>
    <p:extLst>
      <p:ext uri="{BB962C8B-B14F-4D97-AF65-F5344CB8AC3E}">
        <p14:creationId xmlns:p14="http://schemas.microsoft.com/office/powerpoint/2010/main" val="3055386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2</a:t>
            </a:fld>
            <a:endParaRPr lang="it-IT"/>
          </a:p>
        </p:txBody>
      </p:sp>
    </p:spTree>
    <p:extLst>
      <p:ext uri="{BB962C8B-B14F-4D97-AF65-F5344CB8AC3E}">
        <p14:creationId xmlns:p14="http://schemas.microsoft.com/office/powerpoint/2010/main" val="4293210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3</a:t>
            </a:fld>
            <a:endParaRPr lang="it-IT"/>
          </a:p>
        </p:txBody>
      </p:sp>
    </p:spTree>
    <p:extLst>
      <p:ext uri="{BB962C8B-B14F-4D97-AF65-F5344CB8AC3E}">
        <p14:creationId xmlns:p14="http://schemas.microsoft.com/office/powerpoint/2010/main" val="3891823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4</a:t>
            </a:fld>
            <a:endParaRPr lang="it-IT"/>
          </a:p>
        </p:txBody>
      </p:sp>
    </p:spTree>
    <p:extLst>
      <p:ext uri="{BB962C8B-B14F-4D97-AF65-F5344CB8AC3E}">
        <p14:creationId xmlns:p14="http://schemas.microsoft.com/office/powerpoint/2010/main" val="2326356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5</a:t>
            </a:fld>
            <a:endParaRPr lang="it-IT"/>
          </a:p>
        </p:txBody>
      </p:sp>
    </p:spTree>
    <p:extLst>
      <p:ext uri="{BB962C8B-B14F-4D97-AF65-F5344CB8AC3E}">
        <p14:creationId xmlns:p14="http://schemas.microsoft.com/office/powerpoint/2010/main" val="236186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6</a:t>
            </a:fld>
            <a:endParaRPr lang="it-IT"/>
          </a:p>
        </p:txBody>
      </p:sp>
    </p:spTree>
    <p:extLst>
      <p:ext uri="{BB962C8B-B14F-4D97-AF65-F5344CB8AC3E}">
        <p14:creationId xmlns:p14="http://schemas.microsoft.com/office/powerpoint/2010/main" val="68401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7</a:t>
            </a:fld>
            <a:endParaRPr lang="it-IT"/>
          </a:p>
        </p:txBody>
      </p:sp>
    </p:spTree>
    <p:extLst>
      <p:ext uri="{BB962C8B-B14F-4D97-AF65-F5344CB8AC3E}">
        <p14:creationId xmlns:p14="http://schemas.microsoft.com/office/powerpoint/2010/main" val="2181821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8</a:t>
            </a:fld>
            <a:endParaRPr lang="it-IT"/>
          </a:p>
        </p:txBody>
      </p:sp>
    </p:spTree>
    <p:extLst>
      <p:ext uri="{BB962C8B-B14F-4D97-AF65-F5344CB8AC3E}">
        <p14:creationId xmlns:p14="http://schemas.microsoft.com/office/powerpoint/2010/main" val="2576851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9</a:t>
            </a:fld>
            <a:endParaRPr lang="it-IT"/>
          </a:p>
        </p:txBody>
      </p:sp>
    </p:spTree>
    <p:extLst>
      <p:ext uri="{BB962C8B-B14F-4D97-AF65-F5344CB8AC3E}">
        <p14:creationId xmlns:p14="http://schemas.microsoft.com/office/powerpoint/2010/main" val="1938803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10</a:t>
            </a:fld>
            <a:endParaRPr lang="it-IT"/>
          </a:p>
        </p:txBody>
      </p:sp>
    </p:spTree>
    <p:extLst>
      <p:ext uri="{BB962C8B-B14F-4D97-AF65-F5344CB8AC3E}">
        <p14:creationId xmlns:p14="http://schemas.microsoft.com/office/powerpoint/2010/main" val="3290205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11</a:t>
            </a:fld>
            <a:endParaRPr lang="it-IT"/>
          </a:p>
        </p:txBody>
      </p:sp>
    </p:spTree>
    <p:extLst>
      <p:ext uri="{BB962C8B-B14F-4D97-AF65-F5344CB8AC3E}">
        <p14:creationId xmlns:p14="http://schemas.microsoft.com/office/powerpoint/2010/main" val="2722885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12</a:t>
            </a:fld>
            <a:endParaRPr lang="it-IT"/>
          </a:p>
        </p:txBody>
      </p:sp>
    </p:spTree>
    <p:extLst>
      <p:ext uri="{BB962C8B-B14F-4D97-AF65-F5344CB8AC3E}">
        <p14:creationId xmlns:p14="http://schemas.microsoft.com/office/powerpoint/2010/main" val="28993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13</a:t>
            </a:fld>
            <a:endParaRPr lang="it-IT"/>
          </a:p>
        </p:txBody>
      </p:sp>
    </p:spTree>
    <p:extLst>
      <p:ext uri="{BB962C8B-B14F-4D97-AF65-F5344CB8AC3E}">
        <p14:creationId xmlns:p14="http://schemas.microsoft.com/office/powerpoint/2010/main" val="1593959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14</a:t>
            </a:fld>
            <a:endParaRPr lang="it-IT"/>
          </a:p>
        </p:txBody>
      </p:sp>
    </p:spTree>
    <p:extLst>
      <p:ext uri="{BB962C8B-B14F-4D97-AF65-F5344CB8AC3E}">
        <p14:creationId xmlns:p14="http://schemas.microsoft.com/office/powerpoint/2010/main" val="2914651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15</a:t>
            </a:fld>
            <a:endParaRPr lang="it-IT"/>
          </a:p>
        </p:txBody>
      </p:sp>
    </p:spTree>
    <p:extLst>
      <p:ext uri="{BB962C8B-B14F-4D97-AF65-F5344CB8AC3E}">
        <p14:creationId xmlns:p14="http://schemas.microsoft.com/office/powerpoint/2010/main" val="3896924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16</a:t>
            </a:fld>
            <a:endParaRPr lang="it-IT"/>
          </a:p>
        </p:txBody>
      </p:sp>
    </p:spTree>
    <p:extLst>
      <p:ext uri="{BB962C8B-B14F-4D97-AF65-F5344CB8AC3E}">
        <p14:creationId xmlns:p14="http://schemas.microsoft.com/office/powerpoint/2010/main" val="1983408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17</a:t>
            </a:fld>
            <a:endParaRPr lang="it-IT"/>
          </a:p>
        </p:txBody>
      </p:sp>
    </p:spTree>
    <p:extLst>
      <p:ext uri="{BB962C8B-B14F-4D97-AF65-F5344CB8AC3E}">
        <p14:creationId xmlns:p14="http://schemas.microsoft.com/office/powerpoint/2010/main" val="34419819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18</a:t>
            </a:fld>
            <a:endParaRPr lang="it-IT"/>
          </a:p>
        </p:txBody>
      </p:sp>
    </p:spTree>
    <p:extLst>
      <p:ext uri="{BB962C8B-B14F-4D97-AF65-F5344CB8AC3E}">
        <p14:creationId xmlns:p14="http://schemas.microsoft.com/office/powerpoint/2010/main" val="1999059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19</a:t>
            </a:fld>
            <a:endParaRPr lang="it-IT"/>
          </a:p>
        </p:txBody>
      </p:sp>
    </p:spTree>
    <p:extLst>
      <p:ext uri="{BB962C8B-B14F-4D97-AF65-F5344CB8AC3E}">
        <p14:creationId xmlns:p14="http://schemas.microsoft.com/office/powerpoint/2010/main" val="776895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20</a:t>
            </a:fld>
            <a:endParaRPr lang="it-IT"/>
          </a:p>
        </p:txBody>
      </p:sp>
    </p:spTree>
    <p:extLst>
      <p:ext uri="{BB962C8B-B14F-4D97-AF65-F5344CB8AC3E}">
        <p14:creationId xmlns:p14="http://schemas.microsoft.com/office/powerpoint/2010/main" val="3121402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F7096485-5630-CE48-AF58-C6331FABB8C6}" type="slidenum">
              <a:rPr lang="it-IT" smtClean="0"/>
              <a:t>22</a:t>
            </a:fld>
            <a:endParaRPr lang="it-IT"/>
          </a:p>
        </p:txBody>
      </p:sp>
    </p:spTree>
    <p:extLst>
      <p:ext uri="{BB962C8B-B14F-4D97-AF65-F5344CB8AC3E}">
        <p14:creationId xmlns:p14="http://schemas.microsoft.com/office/powerpoint/2010/main" val="3893372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BB1C79-205E-BB43-E3F2-3B359CB6CFD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C05C54E8-F0E7-48C7-E8BC-4BED3872F2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1A418EA-AE15-B58D-A16B-51EBE24EABB2}"/>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CB56DA55-62FB-739E-9D93-F4C6608DE41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1D20834-F83C-FE0E-EBAC-BFABA72EB842}"/>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36077589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1E442B-2F65-BDB6-2102-254A553658BE}"/>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92F6AE-8426-305C-0742-FFA5E0FCE7E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32723A3-E7E3-CB9F-6EA8-68CED279691C}"/>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FDFBF2D7-E95D-A3F1-3B11-CEEB932480A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A826102-4D34-FACA-20E3-ECACA7C62D5F}"/>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40587437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3B681E-AE0A-271C-4153-ECED5B126E06}"/>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E4F82864-AB6F-BC95-777D-8B50A4BAC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562943E-8548-C7DF-19E1-0C102D0AB712}"/>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1AE147C6-293C-3161-4528-A3447DBE587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A0C8567-1AA0-E98D-9D64-29AE8AB3A21E}"/>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38767623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AD6E3C-CA30-D620-6CAF-7F2C2D1298F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DE16D53-F927-2319-9D41-FE8CB902034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FB02CFA-6C26-7D91-4505-02E5008937ED}"/>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F8940DC-08B3-4F93-7DE7-A5CA691A7069}"/>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6" name="Segnaposto piè di pagina 5">
            <a:extLst>
              <a:ext uri="{FF2B5EF4-FFF2-40B4-BE49-F238E27FC236}">
                <a16:creationId xmlns:a16="http://schemas.microsoft.com/office/drawing/2014/main" id="{E027820B-19AE-C797-0129-4CF5D503882B}"/>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FD5CF2E-38F1-B9A2-EB00-8662609F52E2}"/>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2903814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889677-0CF5-71CF-D5EE-AA6A1C6A0FDF}"/>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1CC8AAC-83EA-A618-488F-7A3633EA19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BCD079BD-F034-5884-B7FE-CB0C80AD21AF}"/>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23647B96-15DD-8F41-AADD-9D2B703C37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B09328CE-8DD9-9FB2-E5F0-55112306C16F}"/>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72636CF4-E409-8FE2-C312-B04DFD46BD2D}"/>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8" name="Segnaposto piè di pagina 7">
            <a:extLst>
              <a:ext uri="{FF2B5EF4-FFF2-40B4-BE49-F238E27FC236}">
                <a16:creationId xmlns:a16="http://schemas.microsoft.com/office/drawing/2014/main" id="{916A6CE5-E810-F6FD-60C6-2206C4D0290F}"/>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39636C7-889E-2AEC-3F24-2365EABEB8F4}"/>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22099045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E5196F-54A5-6493-2881-F518F14C864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1042A9F-697A-60F7-06FE-141A16FC0234}"/>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4" name="Segnaposto piè di pagina 3">
            <a:extLst>
              <a:ext uri="{FF2B5EF4-FFF2-40B4-BE49-F238E27FC236}">
                <a16:creationId xmlns:a16="http://schemas.microsoft.com/office/drawing/2014/main" id="{E154A293-6282-D9B7-E8ED-A117999DFDDC}"/>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91E19FD8-2D94-CF11-527A-4C0D9DF597F0}"/>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19088992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095AD14-6B7A-3696-9030-EDDA2A61B95F}"/>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3" name="Segnaposto piè di pagina 2">
            <a:extLst>
              <a:ext uri="{FF2B5EF4-FFF2-40B4-BE49-F238E27FC236}">
                <a16:creationId xmlns:a16="http://schemas.microsoft.com/office/drawing/2014/main" id="{0AB67B4E-B72E-245A-7525-5B563C3A82C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8CFAFD1-24D6-12C9-3F7B-9E357BA08169}"/>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6160505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4AA033-124B-683D-27C0-C8FDF3D725C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5014C49-8288-AB8D-02EF-2C7CBB0C5A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0DD05E8-AE75-C985-D6D8-846E3500B3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62134D5-D0A0-B53C-2FE9-1C29B87033DE}"/>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6" name="Segnaposto piè di pagina 5">
            <a:extLst>
              <a:ext uri="{FF2B5EF4-FFF2-40B4-BE49-F238E27FC236}">
                <a16:creationId xmlns:a16="http://schemas.microsoft.com/office/drawing/2014/main" id="{712901A5-D949-1413-27DA-69ACE78D976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29374F6-7FD2-7E04-C69F-6E5477FB0D11}"/>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1525622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15179D-1BE4-B28D-7810-DE0342BF157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9B043693-3CA1-EE9C-9C7D-375A035B65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E81011D-90AB-805D-777E-D4D441EFC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8F3FF08-CEA3-2D31-3F2D-1BB32545DA44}"/>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6" name="Segnaposto piè di pagina 5">
            <a:extLst>
              <a:ext uri="{FF2B5EF4-FFF2-40B4-BE49-F238E27FC236}">
                <a16:creationId xmlns:a16="http://schemas.microsoft.com/office/drawing/2014/main" id="{2FE92690-1D45-9BD9-7541-69A53EB5616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C5E8BC4-5E6D-056B-9862-77E59AAEE3F2}"/>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8370096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EF8BF2E-C4C6-9B8D-B0A1-AF33A4A222B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D9DBDC4-9A28-86B8-42C8-11A5EF89B9E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A96AFC-F488-1B08-A5F2-37D34E94E21C}"/>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E5A8C586-5A66-1A15-8E60-7DB8ABAD6E6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12AC8A8-FC30-57FF-D971-531D7CD63130}"/>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5110689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F8021E6-A84C-8204-0279-6CF138C97DD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52C381B-616E-D85E-EB58-9593490B2EE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87A3518-8151-9973-A330-BBC7BF8A2329}"/>
              </a:ext>
            </a:extLst>
          </p:cNvPr>
          <p:cNvSpPr>
            <a:spLocks noGrp="1"/>
          </p:cNvSpPr>
          <p:nvPr>
            <p:ph type="dt" sz="half" idx="10"/>
          </p:nvPr>
        </p:nvSpPr>
        <p:spPr/>
        <p:txBody>
          <a:body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8D23EF06-F08C-D4D2-B9DE-9662590118B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D2AB950-9594-15FF-812B-449AF505A961}"/>
              </a:ext>
            </a:extLst>
          </p:cNvPr>
          <p:cNvSpPr>
            <a:spLocks noGrp="1"/>
          </p:cNvSpPr>
          <p:nvPr>
            <p:ph type="sldNum" sz="quarter" idx="12"/>
          </p:nvPr>
        </p:nvSpPr>
        <p:spPr/>
        <p:txBody>
          <a:bodyPr/>
          <a:lstStyle/>
          <a:p>
            <a:fld id="{AAE62B9D-23F5-D141-BC3C-14E9F331E12E}" type="slidenum">
              <a:rPr lang="it-IT" smtClean="0"/>
              <a:t>‹N›</a:t>
            </a:fld>
            <a:endParaRPr lang="it-IT"/>
          </a:p>
        </p:txBody>
      </p:sp>
    </p:spTree>
    <p:extLst>
      <p:ext uri="{BB962C8B-B14F-4D97-AF65-F5344CB8AC3E}">
        <p14:creationId xmlns:p14="http://schemas.microsoft.com/office/powerpoint/2010/main" val="5520468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FC2BDB6-95D3-19C7-377E-95FF3619DF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78B7AE25-5F90-C64D-9CD1-6AFA436312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176B136-A40C-21D4-7633-3B74FC3D30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1C2899-A553-0244-853D-0725BA29CB17}" type="datetimeFigureOut">
              <a:rPr lang="it-IT" smtClean="0"/>
              <a:t>16/05/23</a:t>
            </a:fld>
            <a:endParaRPr lang="it-IT"/>
          </a:p>
        </p:txBody>
      </p:sp>
      <p:sp>
        <p:nvSpPr>
          <p:cNvPr id="5" name="Segnaposto piè di pagina 4">
            <a:extLst>
              <a:ext uri="{FF2B5EF4-FFF2-40B4-BE49-F238E27FC236}">
                <a16:creationId xmlns:a16="http://schemas.microsoft.com/office/drawing/2014/main" id="{1E1D7044-5485-1A2E-4911-A4E157B69D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2607A7A6-B922-F8E1-9FF5-A51278896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E62B9D-23F5-D141-BC3C-14E9F331E12E}" type="slidenum">
              <a:rPr lang="it-IT" smtClean="0"/>
              <a:t>‹N›</a:t>
            </a:fld>
            <a:endParaRPr lang="it-IT"/>
          </a:p>
        </p:txBody>
      </p:sp>
    </p:spTree>
    <p:extLst>
      <p:ext uri="{BB962C8B-B14F-4D97-AF65-F5344CB8AC3E}">
        <p14:creationId xmlns:p14="http://schemas.microsoft.com/office/powerpoint/2010/main" val="325340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4.JPG"/><Relationship Id="rId7" Type="http://schemas.openxmlformats.org/officeDocument/2006/relationships/diagramData" Target="../diagrams/data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11" Type="http://schemas.microsoft.com/office/2007/relationships/diagramDrawing" Target="../diagrams/drawing1.xml"/><Relationship Id="rId5" Type="http://schemas.openxmlformats.org/officeDocument/2006/relationships/image" Target="../media/image5.png"/><Relationship Id="rId10" Type="http://schemas.openxmlformats.org/officeDocument/2006/relationships/diagramColors" Target="../diagrams/colors1.xml"/><Relationship Id="rId4" Type="http://schemas.openxmlformats.org/officeDocument/2006/relationships/image" Target="../media/image2.pn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image" Target="../media/image4.JPG"/><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4.xml"/><Relationship Id="rId16" Type="http://schemas.microsoft.com/office/2007/relationships/hdphoto" Target="../media/hdphoto1.wdp"/><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5" Type="http://schemas.openxmlformats.org/officeDocument/2006/relationships/image" Target="../media/image5.png"/><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 Id="rId1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4.JPG"/><Relationship Id="rId7" Type="http://schemas.openxmlformats.org/officeDocument/2006/relationships/diagramData" Target="../diagrams/data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11" Type="http://schemas.microsoft.com/office/2007/relationships/diagramDrawing" Target="../diagrams/drawing4.xml"/><Relationship Id="rId5" Type="http://schemas.openxmlformats.org/officeDocument/2006/relationships/image" Target="../media/image5.png"/><Relationship Id="rId10" Type="http://schemas.openxmlformats.org/officeDocument/2006/relationships/diagramColors" Target="../diagrams/colors4.xml"/><Relationship Id="rId4" Type="http://schemas.openxmlformats.org/officeDocument/2006/relationships/image" Target="../media/image2.png"/><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JP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7" Type="http://schemas.microsoft.com/office/2007/relationships/hdphoto" Target="../media/hdphoto1.wdp"/><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7" Type="http://schemas.microsoft.com/office/2007/relationships/hdphoto" Target="../media/hdphoto1.wdp"/><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4.JP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alpha val="58351"/>
          </a:schemeClr>
        </a:solidFill>
        <a:effectLst/>
      </p:bgPr>
    </p:bg>
    <p:spTree>
      <p:nvGrpSpPr>
        <p:cNvPr id="1" name=""/>
        <p:cNvGrpSpPr/>
        <p:nvPr/>
      </p:nvGrpSpPr>
      <p:grpSpPr>
        <a:xfrm>
          <a:off x="0" y="0"/>
          <a:ext cx="0" cy="0"/>
          <a:chOff x="0" y="0"/>
          <a:chExt cx="0" cy="0"/>
        </a:xfrm>
      </p:grpSpPr>
      <p:pic>
        <p:nvPicPr>
          <p:cNvPr id="11" name="Immagine 10" descr="Immagine che contiene aria aperta, albero, cielo, erba&#10;&#10;Descrizione generata automaticamente">
            <a:extLst>
              <a:ext uri="{FF2B5EF4-FFF2-40B4-BE49-F238E27FC236}">
                <a16:creationId xmlns:a16="http://schemas.microsoft.com/office/drawing/2014/main" id="{92356E7D-EC8C-A86A-9943-6DA644ABFC2B}"/>
              </a:ext>
            </a:extLst>
          </p:cNvPr>
          <p:cNvPicPr>
            <a:picLocks noChangeAspect="1"/>
          </p:cNvPicPr>
          <p:nvPr/>
        </p:nvPicPr>
        <p:blipFill>
          <a:blip r:embed="rId3">
            <a:alphaModFix amt="35000"/>
          </a:blip>
          <a:stretch>
            <a:fillRect/>
          </a:stretch>
        </p:blipFill>
        <p:spPr>
          <a:xfrm>
            <a:off x="0" y="0"/>
            <a:ext cx="12192000" cy="6858000"/>
          </a:xfrm>
          <a:prstGeom prst="rect">
            <a:avLst/>
          </a:prstGeom>
          <a:ln>
            <a:solidFill>
              <a:schemeClr val="tx1"/>
            </a:solidFill>
          </a:ln>
        </p:spPr>
      </p:pic>
      <p:sp>
        <p:nvSpPr>
          <p:cNvPr id="2" name="Titolo 1">
            <a:extLst>
              <a:ext uri="{FF2B5EF4-FFF2-40B4-BE49-F238E27FC236}">
                <a16:creationId xmlns:a16="http://schemas.microsoft.com/office/drawing/2014/main" id="{1AB6AF09-9947-9241-BA77-15A25DF76083}"/>
              </a:ext>
            </a:extLst>
          </p:cNvPr>
          <p:cNvSpPr>
            <a:spLocks noGrp="1"/>
          </p:cNvSpPr>
          <p:nvPr>
            <p:ph type="title"/>
          </p:nvPr>
        </p:nvSpPr>
        <p:spPr>
          <a:xfrm>
            <a:off x="1115532" y="2017104"/>
            <a:ext cx="9960935" cy="1261746"/>
          </a:xfrm>
        </p:spPr>
        <p:txBody>
          <a:bodyPr>
            <a:normAutofit fontScale="90000"/>
          </a:bodyPr>
          <a:lstStyle/>
          <a:p>
            <a:pPr marL="374015" marR="209550" indent="-342900" algn="ctr">
              <a:spcBef>
                <a:spcPts val="580"/>
              </a:spcBef>
            </a:pPr>
            <a:r>
              <a:rPr lang="it-IT" sz="1800" dirty="0">
                <a:effectLst/>
                <a:latin typeface="TimesNewRomanPSMT"/>
                <a:ea typeface="Times New Roman" panose="02020603050405020304" pitchFamily="18" charset="0"/>
              </a:rPr>
              <a:t>Dipartimento di Economia e Management</a:t>
            </a:r>
            <a:br>
              <a:rPr lang="it-IT" sz="1800" dirty="0">
                <a:effectLst/>
                <a:latin typeface="TimesNewRomanPSMT"/>
                <a:ea typeface="Times New Roman" panose="02020603050405020304" pitchFamily="18" charset="0"/>
              </a:rPr>
            </a:br>
            <a:r>
              <a:rPr lang="it-IT" sz="1800" dirty="0">
                <a:effectLst/>
                <a:latin typeface="TimesNewRomanPSMT"/>
                <a:ea typeface="Times New Roman" panose="02020603050405020304" pitchFamily="18" charset="0"/>
              </a:rPr>
              <a:t>Corso di Laurea magistrale in Banca, Finanza Aziendale e Mercati Finanziari </a:t>
            </a:r>
            <a:r>
              <a:rPr lang="it-IT" sz="1800" i="1" dirty="0">
                <a:effectLst/>
                <a:latin typeface="TimesNewRomanPS"/>
                <a:ea typeface="Times New Roman" panose="02020603050405020304" pitchFamily="18" charset="0"/>
              </a:rPr>
              <a:t>Business Plan per il progetto di Finanza per le Operazioni Straordinarie</a:t>
            </a:r>
            <a:br>
              <a:rPr lang="it-IT" sz="1800" dirty="0">
                <a:effectLst/>
                <a:latin typeface="Times New Roman" panose="02020603050405020304" pitchFamily="18" charset="0"/>
                <a:ea typeface="Times New Roman" panose="02020603050405020304" pitchFamily="18" charset="0"/>
              </a:rPr>
            </a:br>
            <a:br>
              <a:rPr lang="it-IT" sz="1800" dirty="0">
                <a:effectLst/>
                <a:latin typeface="Arial MT"/>
                <a:ea typeface="Arial MT"/>
                <a:cs typeface="Arial MT"/>
              </a:rPr>
            </a:br>
            <a:endParaRPr lang="it-IT" dirty="0"/>
          </a:p>
        </p:txBody>
      </p:sp>
      <p:sp>
        <p:nvSpPr>
          <p:cNvPr id="3" name="Segnaposto contenuto 2">
            <a:extLst>
              <a:ext uri="{FF2B5EF4-FFF2-40B4-BE49-F238E27FC236}">
                <a16:creationId xmlns:a16="http://schemas.microsoft.com/office/drawing/2014/main" id="{6E47E6FA-058A-662D-11BD-21E2436264E4}"/>
              </a:ext>
            </a:extLst>
          </p:cNvPr>
          <p:cNvSpPr>
            <a:spLocks noGrp="1"/>
          </p:cNvSpPr>
          <p:nvPr>
            <p:ph idx="1"/>
          </p:nvPr>
        </p:nvSpPr>
        <p:spPr>
          <a:xfrm>
            <a:off x="2561527" y="4066581"/>
            <a:ext cx="6898816" cy="965200"/>
          </a:xfrm>
        </p:spPr>
        <p:txBody>
          <a:bodyPr/>
          <a:lstStyle/>
          <a:p>
            <a:pPr marL="0" indent="0">
              <a:buNone/>
            </a:pPr>
            <a:r>
              <a:rPr lang="it-IT" sz="1800" b="1" dirty="0">
                <a:effectLst/>
                <a:latin typeface="TimesNewRomanPS"/>
                <a:ea typeface="Times New Roman" panose="02020603050405020304" pitchFamily="18" charset="0"/>
              </a:rPr>
              <a:t>Sviluppo E-commerce per l’azienda vitivinicola Terre del Sole Zerilli</a:t>
            </a:r>
            <a:endParaRPr lang="it-IT" sz="1800" b="1" dirty="0">
              <a:effectLst/>
              <a:latin typeface="Times New Roman" panose="02020603050405020304" pitchFamily="18" charset="0"/>
              <a:ea typeface="Times New Roman" panose="02020603050405020304" pitchFamily="18" charset="0"/>
            </a:endParaRPr>
          </a:p>
          <a:p>
            <a:pPr marL="0" indent="0">
              <a:buNone/>
            </a:pPr>
            <a:endParaRPr lang="it-IT" b="1" dirty="0"/>
          </a:p>
        </p:txBody>
      </p:sp>
      <p:pic>
        <p:nvPicPr>
          <p:cNvPr id="4" name="image2.png">
            <a:extLst>
              <a:ext uri="{FF2B5EF4-FFF2-40B4-BE49-F238E27FC236}">
                <a16:creationId xmlns:a16="http://schemas.microsoft.com/office/drawing/2014/main" id="{49800CB8-5653-D544-9B18-DE09FAAEAF50}"/>
              </a:ext>
            </a:extLst>
          </p:cNvPr>
          <p:cNvPicPr>
            <a:picLocks noChangeAspect="1"/>
          </p:cNvPicPr>
          <p:nvPr/>
        </p:nvPicPr>
        <p:blipFill>
          <a:blip r:embed="rId4" cstate="print"/>
          <a:stretch>
            <a:fillRect/>
          </a:stretch>
        </p:blipFill>
        <p:spPr>
          <a:xfrm>
            <a:off x="4804836" y="287079"/>
            <a:ext cx="2412197" cy="1539337"/>
          </a:xfrm>
          <a:prstGeom prst="rect">
            <a:avLst/>
          </a:prstGeom>
          <a:effectLst>
            <a:innerShdw blurRad="63500" dist="50800" dir="13500000">
              <a:prstClr val="black">
                <a:alpha val="50000"/>
              </a:prstClr>
            </a:innerShdw>
          </a:effectLst>
        </p:spPr>
      </p:pic>
      <p:pic>
        <p:nvPicPr>
          <p:cNvPr id="6" name="image3.png">
            <a:extLst>
              <a:ext uri="{FF2B5EF4-FFF2-40B4-BE49-F238E27FC236}">
                <a16:creationId xmlns:a16="http://schemas.microsoft.com/office/drawing/2014/main" id="{F90F244F-A0E7-06D7-E9D9-F0CFDCE248FB}"/>
              </a:ext>
            </a:extLst>
          </p:cNvPr>
          <p:cNvPicPr>
            <a:picLocks noChangeAspect="1"/>
          </p:cNvPicPr>
          <p:nvPr/>
        </p:nvPicPr>
        <p:blipFill>
          <a:blip r:embed="rId5" cstate="print"/>
          <a:stretch>
            <a:fillRect/>
          </a:stretch>
        </p:blipFill>
        <p:spPr>
          <a:xfrm>
            <a:off x="4382160" y="2791419"/>
            <a:ext cx="3257550" cy="1261745"/>
          </a:xfrm>
          <a:prstGeom prst="rect">
            <a:avLst/>
          </a:prstGeom>
          <a:effectLst>
            <a:innerShdw blurRad="63500" dist="50800" dir="13500000">
              <a:prstClr val="black">
                <a:alpha val="50000"/>
              </a:prstClr>
            </a:innerShdw>
          </a:effectLst>
        </p:spPr>
      </p:pic>
      <p:sp>
        <p:nvSpPr>
          <p:cNvPr id="8" name="CasellaDiTesto 7">
            <a:extLst>
              <a:ext uri="{FF2B5EF4-FFF2-40B4-BE49-F238E27FC236}">
                <a16:creationId xmlns:a16="http://schemas.microsoft.com/office/drawing/2014/main" id="{21A26D2F-CE6A-B6A4-8F2C-78E3D46B80B3}"/>
              </a:ext>
            </a:extLst>
          </p:cNvPr>
          <p:cNvSpPr txBox="1"/>
          <p:nvPr/>
        </p:nvSpPr>
        <p:spPr>
          <a:xfrm>
            <a:off x="8435754" y="4794623"/>
            <a:ext cx="3479800" cy="830997"/>
          </a:xfrm>
          <a:prstGeom prst="rect">
            <a:avLst/>
          </a:prstGeom>
          <a:noFill/>
        </p:spPr>
        <p:txBody>
          <a:bodyPr wrap="square" rtlCol="0">
            <a:spAutoFit/>
          </a:bodyPr>
          <a:lstStyle/>
          <a:p>
            <a:pPr algn="r"/>
            <a:r>
              <a:rPr lang="it-IT" sz="1600" b="1" dirty="0">
                <a:effectLst/>
                <a:latin typeface="TimesNewRomanPS"/>
                <a:ea typeface="Times New Roman" panose="02020603050405020304" pitchFamily="18" charset="0"/>
              </a:rPr>
              <a:t>Progetto presentato da:                                                      </a:t>
            </a:r>
            <a:endParaRPr lang="it-IT" sz="1600" dirty="0">
              <a:effectLst/>
              <a:latin typeface="Times New Roman" panose="02020603050405020304" pitchFamily="18" charset="0"/>
              <a:ea typeface="Times New Roman" panose="02020603050405020304" pitchFamily="18" charset="0"/>
            </a:endParaRPr>
          </a:p>
          <a:p>
            <a:pPr algn="r"/>
            <a:r>
              <a:rPr lang="it-IT" sz="1600" dirty="0">
                <a:effectLst/>
                <a:latin typeface="TimesNewRomanPSMT"/>
                <a:ea typeface="Times New Roman" panose="02020603050405020304" pitchFamily="18" charset="0"/>
              </a:rPr>
              <a:t>Andrea Lucchesi, Giuseppe Zarbo, </a:t>
            </a:r>
            <a:endParaRPr lang="it-IT" sz="1600" dirty="0">
              <a:effectLst/>
              <a:latin typeface="Times New Roman" panose="02020603050405020304" pitchFamily="18" charset="0"/>
              <a:ea typeface="Times New Roman" panose="02020603050405020304" pitchFamily="18" charset="0"/>
            </a:endParaRPr>
          </a:p>
          <a:p>
            <a:r>
              <a:rPr lang="it-IT" sz="1600" kern="0" dirty="0">
                <a:effectLst/>
                <a:latin typeface="TimesNewRomanPSMT"/>
                <a:ea typeface="Times New Roman" panose="02020603050405020304" pitchFamily="18" charset="0"/>
              </a:rPr>
              <a:t>         Marco </a:t>
            </a:r>
            <a:r>
              <a:rPr lang="it-IT" sz="1600" kern="0" dirty="0" err="1">
                <a:effectLst/>
                <a:latin typeface="TimesNewRomanPSMT"/>
                <a:ea typeface="Times New Roman" panose="02020603050405020304" pitchFamily="18" charset="0"/>
              </a:rPr>
              <a:t>Lippelli</a:t>
            </a:r>
            <a:r>
              <a:rPr lang="it-IT" sz="1600" kern="0" dirty="0">
                <a:effectLst/>
                <a:latin typeface="TimesNewRomanPSMT"/>
                <a:ea typeface="Times New Roman" panose="02020603050405020304" pitchFamily="18" charset="0"/>
              </a:rPr>
              <a:t>, Andrea </a:t>
            </a:r>
            <a:r>
              <a:rPr lang="it-IT" sz="1600" kern="0" dirty="0" err="1">
                <a:effectLst/>
                <a:latin typeface="TimesNewRomanPSMT"/>
                <a:ea typeface="Times New Roman" panose="02020603050405020304" pitchFamily="18" charset="0"/>
              </a:rPr>
              <a:t>Paranzino</a:t>
            </a:r>
            <a:endParaRPr lang="it-IT" sz="1600" dirty="0"/>
          </a:p>
        </p:txBody>
      </p:sp>
      <p:sp>
        <p:nvSpPr>
          <p:cNvPr id="9" name="CasellaDiTesto 8">
            <a:extLst>
              <a:ext uri="{FF2B5EF4-FFF2-40B4-BE49-F238E27FC236}">
                <a16:creationId xmlns:a16="http://schemas.microsoft.com/office/drawing/2014/main" id="{48569510-EC91-CF06-56F8-7628E43482A8}"/>
              </a:ext>
            </a:extLst>
          </p:cNvPr>
          <p:cNvSpPr txBox="1"/>
          <p:nvPr/>
        </p:nvSpPr>
        <p:spPr>
          <a:xfrm>
            <a:off x="4467221" y="5754962"/>
            <a:ext cx="3581626" cy="646331"/>
          </a:xfrm>
          <a:prstGeom prst="rect">
            <a:avLst/>
          </a:prstGeom>
          <a:noFill/>
        </p:spPr>
        <p:txBody>
          <a:bodyPr wrap="square" rtlCol="0">
            <a:spAutoFit/>
          </a:bodyPr>
          <a:lstStyle/>
          <a:p>
            <a:r>
              <a:rPr lang="it-IT" sz="1800" dirty="0">
                <a:effectLst/>
                <a:latin typeface="TimesNewRomanPSMT"/>
                <a:ea typeface="Times New Roman" panose="02020603050405020304" pitchFamily="18" charset="0"/>
              </a:rPr>
              <a:t>ANNO ACCADEMICO 2022/2023</a:t>
            </a:r>
            <a:endParaRPr lang="it-IT" sz="1800" dirty="0">
              <a:effectLst/>
              <a:latin typeface="Times New Roman" panose="02020603050405020304" pitchFamily="18" charset="0"/>
              <a:ea typeface="Times New Roman" panose="02020603050405020304" pitchFamily="18" charset="0"/>
            </a:endParaRPr>
          </a:p>
          <a:p>
            <a:endParaRPr lang="it-IT" dirty="0"/>
          </a:p>
        </p:txBody>
      </p:sp>
      <p:sp>
        <p:nvSpPr>
          <p:cNvPr id="7" name="CasellaDiTesto 6">
            <a:extLst>
              <a:ext uri="{FF2B5EF4-FFF2-40B4-BE49-F238E27FC236}">
                <a16:creationId xmlns:a16="http://schemas.microsoft.com/office/drawing/2014/main" id="{40DAB08A-FE63-7B6A-5A53-5990D62EA00C}"/>
              </a:ext>
            </a:extLst>
          </p:cNvPr>
          <p:cNvSpPr txBox="1"/>
          <p:nvPr/>
        </p:nvSpPr>
        <p:spPr>
          <a:xfrm>
            <a:off x="0" y="6257836"/>
            <a:ext cx="3434316" cy="600164"/>
          </a:xfrm>
          <a:prstGeom prst="rect">
            <a:avLst/>
          </a:prstGeom>
          <a:noFill/>
        </p:spPr>
        <p:txBody>
          <a:bodyPr wrap="square">
            <a:spAutoFit/>
          </a:bodyPr>
          <a:lstStyle/>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Terre del sole Zerilli</a:t>
            </a:r>
          </a:p>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Via Cafiso, 355, Petrosino (TP) - Tel. +39 320 6342428</a:t>
            </a:r>
          </a:p>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E-mail: </a:t>
            </a:r>
            <a:r>
              <a:rPr lang="it-IT" sz="1100" kern="100" dirty="0" err="1">
                <a:effectLst/>
                <a:latin typeface="Calibri" panose="020F0502020204030204" pitchFamily="34" charset="0"/>
                <a:ea typeface="Calibri" panose="020F0502020204030204" pitchFamily="34" charset="0"/>
                <a:cs typeface="Times New Roman" panose="02020603050405020304" pitchFamily="18" charset="0"/>
              </a:rPr>
              <a:t>info@terredelsolezerilli.it</a:t>
            </a:r>
            <a:endParaRPr lang="it-IT"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asella di testo 1">
            <a:extLst>
              <a:ext uri="{FF2B5EF4-FFF2-40B4-BE49-F238E27FC236}">
                <a16:creationId xmlns:a16="http://schemas.microsoft.com/office/drawing/2014/main" id="{E5620B3A-8EF2-7CB4-D876-4FC3F5B78A93}"/>
              </a:ext>
            </a:extLst>
          </p:cNvPr>
          <p:cNvSpPr txBox="1"/>
          <p:nvPr/>
        </p:nvSpPr>
        <p:spPr>
          <a:xfrm>
            <a:off x="321931" y="4903625"/>
            <a:ext cx="3962990" cy="72199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it-IT" sz="1600" b="1" dirty="0">
                <a:effectLst/>
                <a:latin typeface="Times New Roman" panose="02020603050405020304" pitchFamily="18" charset="0"/>
                <a:ea typeface="Times New Roman" panose="02020603050405020304" pitchFamily="18" charset="0"/>
              </a:rPr>
              <a:t>Tutor aziendale</a:t>
            </a:r>
            <a:r>
              <a:rPr lang="it-IT" sz="1600" dirty="0">
                <a:effectLst/>
                <a:latin typeface="Times New Roman" panose="02020603050405020304" pitchFamily="18" charset="0"/>
                <a:ea typeface="Times New Roman" panose="02020603050405020304" pitchFamily="18" charset="0"/>
              </a:rPr>
              <a:t>: Leonardo Zerilli</a:t>
            </a:r>
          </a:p>
          <a:p>
            <a:r>
              <a:rPr lang="it-IT" sz="1600" b="1" dirty="0">
                <a:effectLst/>
                <a:latin typeface="Times New Roman" panose="02020603050405020304" pitchFamily="18" charset="0"/>
                <a:ea typeface="Times New Roman" panose="02020603050405020304" pitchFamily="18" charset="0"/>
              </a:rPr>
              <a:t>Tutor accademico</a:t>
            </a:r>
            <a:r>
              <a:rPr lang="it-IT" sz="1600" dirty="0">
                <a:effectLst/>
                <a:latin typeface="Times New Roman" panose="02020603050405020304" pitchFamily="18" charset="0"/>
                <a:ea typeface="Times New Roman" panose="02020603050405020304" pitchFamily="18" charset="0"/>
              </a:rPr>
              <a:t>: Maria Saveria </a:t>
            </a:r>
            <a:r>
              <a:rPr lang="it-IT" sz="1600" dirty="0" err="1">
                <a:effectLst/>
                <a:latin typeface="Times New Roman" panose="02020603050405020304" pitchFamily="18" charset="0"/>
                <a:ea typeface="Times New Roman" panose="02020603050405020304" pitchFamily="18" charset="0"/>
              </a:rPr>
              <a:t>Mavillonio</a:t>
            </a:r>
            <a:r>
              <a:rPr lang="it-IT" sz="16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097526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vetro, contenitore, Bicchiere di vino, rosso&#10;&#10;Descrizione generata automaticamente">
            <a:extLst>
              <a:ext uri="{FF2B5EF4-FFF2-40B4-BE49-F238E27FC236}">
                <a16:creationId xmlns:a16="http://schemas.microsoft.com/office/drawing/2014/main" id="{867AD6E9-6547-19AC-1A59-518D46D1B97A}"/>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pic>
        <p:nvPicPr>
          <p:cNvPr id="4" name="image2.png">
            <a:extLst>
              <a:ext uri="{FF2B5EF4-FFF2-40B4-BE49-F238E27FC236}">
                <a16:creationId xmlns:a16="http://schemas.microsoft.com/office/drawing/2014/main" id="{49800CB8-5653-D544-9B18-DE09FAAEAF50}"/>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584791" y="419692"/>
            <a:ext cx="8425863" cy="546100"/>
          </a:xfrm>
        </p:spPr>
        <p:txBody>
          <a:bodyPr>
            <a:normAutofit/>
          </a:bodyPr>
          <a:lstStyle/>
          <a:p>
            <a:pPr algn="ctr"/>
            <a:r>
              <a:rPr lang="it-IT" sz="2800" b="1" dirty="0">
                <a:latin typeface="Cambria Math" panose="02040503050406030204" pitchFamily="18" charset="0"/>
                <a:ea typeface="Cambria Math" panose="02040503050406030204" pitchFamily="18" charset="0"/>
              </a:rPr>
              <a:t>EXECUTIVE SUMMARY</a:t>
            </a:r>
          </a:p>
        </p:txBody>
      </p:sp>
      <p:pic>
        <p:nvPicPr>
          <p:cNvPr id="3" name="Immagine 2" descr="Immagine che contiene logo&#10;&#10;Descrizione generata automaticamente">
            <a:extLst>
              <a:ext uri="{FF2B5EF4-FFF2-40B4-BE49-F238E27FC236}">
                <a16:creationId xmlns:a16="http://schemas.microsoft.com/office/drawing/2014/main" id="{9417850F-D79C-1EBB-9536-815D4CDA29C8}"/>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655A8FF1-13D7-9AC2-BD06-E01CF6F2FA51}"/>
              </a:ext>
            </a:extLst>
          </p:cNvPr>
          <p:cNvSpPr txBox="1"/>
          <p:nvPr/>
        </p:nvSpPr>
        <p:spPr>
          <a:xfrm>
            <a:off x="584791" y="1612232"/>
            <a:ext cx="9048307" cy="3785652"/>
          </a:xfrm>
          <a:prstGeom prst="rect">
            <a:avLst/>
          </a:prstGeom>
          <a:noFill/>
        </p:spPr>
        <p:txBody>
          <a:bodyPr wrap="square" rtlCol="0">
            <a:spAutoFit/>
          </a:bodyPr>
          <a:lstStyle/>
          <a:p>
            <a:pPr marL="285750" indent="-285750">
              <a:buFont typeface="Wingdings" pitchFamily="2" charset="2"/>
              <a:buChar char="v"/>
            </a:pPr>
            <a:r>
              <a:rPr lang="it-IT" sz="2000" dirty="0">
                <a:latin typeface="Century" panose="02040604050505020304" pitchFamily="18" charset="0"/>
              </a:rPr>
              <a:t>Terre del Sole Zerilli opera nel settore vitivinicolo.</a:t>
            </a: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r>
              <a:rPr lang="it-IT" sz="2000" dirty="0">
                <a:latin typeface="Century" panose="02040604050505020304" pitchFamily="18" charset="0"/>
              </a:rPr>
              <a:t>Business-idea si basa sulla creazione di un proprio e-commerce.</a:t>
            </a: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r>
              <a:rPr lang="it-IT" sz="2000" dirty="0">
                <a:latin typeface="Century" panose="02040604050505020304" pitchFamily="18" charset="0"/>
              </a:rPr>
              <a:t>Attualmente si rivolge ad un mercato B2B, ma desidera espandersi verso il mercato B2C.</a:t>
            </a: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endParaRPr lang="it-IT" sz="2000" dirty="0">
              <a:latin typeface="Century" panose="02040604050505020304" pitchFamily="18" charset="0"/>
            </a:endParaRPr>
          </a:p>
          <a:p>
            <a:pPr marL="285750" indent="-285750">
              <a:buFont typeface="Wingdings" pitchFamily="2" charset="2"/>
              <a:buChar char="v"/>
            </a:pPr>
            <a:r>
              <a:rPr lang="it-IT" sz="2000" dirty="0">
                <a:latin typeface="Century" panose="02040604050505020304" pitchFamily="18" charset="0"/>
              </a:rPr>
              <a:t>Raggiungimento del Break-Even Point tra la fine del primo anno e l’inizio del secondo anno di attività.</a:t>
            </a:r>
          </a:p>
        </p:txBody>
      </p:sp>
    </p:spTree>
    <p:extLst>
      <p:ext uri="{BB962C8B-B14F-4D97-AF65-F5344CB8AC3E}">
        <p14:creationId xmlns:p14="http://schemas.microsoft.com/office/powerpoint/2010/main" val="858837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vetro, contenitore, Bicchiere di vino, rosso&#10;&#10;Descrizione generata automaticamente">
            <a:extLst>
              <a:ext uri="{FF2B5EF4-FFF2-40B4-BE49-F238E27FC236}">
                <a16:creationId xmlns:a16="http://schemas.microsoft.com/office/drawing/2014/main" id="{867AD6E9-6547-19AC-1A59-518D46D1B97A}"/>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pic>
        <p:nvPicPr>
          <p:cNvPr id="4" name="image2.png">
            <a:extLst>
              <a:ext uri="{FF2B5EF4-FFF2-40B4-BE49-F238E27FC236}">
                <a16:creationId xmlns:a16="http://schemas.microsoft.com/office/drawing/2014/main" id="{49800CB8-5653-D544-9B18-DE09FAAEAF50}"/>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584791" y="323999"/>
            <a:ext cx="8425863" cy="546100"/>
          </a:xfrm>
        </p:spPr>
        <p:txBody>
          <a:bodyPr>
            <a:normAutofit/>
          </a:bodyPr>
          <a:lstStyle/>
          <a:p>
            <a:pPr algn="ctr"/>
            <a:r>
              <a:rPr lang="it-IT" sz="2800" b="1" dirty="0">
                <a:latin typeface="Century" panose="02040604050505020304" pitchFamily="18" charset="0"/>
              </a:rPr>
              <a:t>ANALISI </a:t>
            </a:r>
            <a:r>
              <a:rPr lang="it-IT" sz="2800" b="1" dirty="0">
                <a:latin typeface="Cambria Math" panose="02040503050406030204" pitchFamily="18" charset="0"/>
                <a:ea typeface="Cambria Math" panose="02040503050406030204" pitchFamily="18" charset="0"/>
              </a:rPr>
              <a:t>FATTIBILITA</a:t>
            </a:r>
            <a:r>
              <a:rPr lang="it-IT" sz="2800" b="1" dirty="0">
                <a:latin typeface="Century" panose="02040604050505020304" pitchFamily="18" charset="0"/>
              </a:rPr>
              <a:t>’ IMPRENDITORIALE</a:t>
            </a:r>
          </a:p>
        </p:txBody>
      </p:sp>
      <p:pic>
        <p:nvPicPr>
          <p:cNvPr id="3" name="Immagine 2" descr="Immagine che contiene logo&#10;&#10;Descrizione generata automaticamente">
            <a:extLst>
              <a:ext uri="{FF2B5EF4-FFF2-40B4-BE49-F238E27FC236}">
                <a16:creationId xmlns:a16="http://schemas.microsoft.com/office/drawing/2014/main" id="{9417850F-D79C-1EBB-9536-815D4CDA29C8}"/>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graphicFrame>
        <p:nvGraphicFramePr>
          <p:cNvPr id="2" name="Diagramma 1">
            <a:extLst>
              <a:ext uri="{FF2B5EF4-FFF2-40B4-BE49-F238E27FC236}">
                <a16:creationId xmlns:a16="http://schemas.microsoft.com/office/drawing/2014/main" id="{CF1AFA24-0197-99B0-E540-485555BC1EFA}"/>
              </a:ext>
            </a:extLst>
          </p:cNvPr>
          <p:cNvGraphicFramePr/>
          <p:nvPr>
            <p:extLst>
              <p:ext uri="{D42A27DB-BD31-4B8C-83A1-F6EECF244321}">
                <p14:modId xmlns:p14="http://schemas.microsoft.com/office/powerpoint/2010/main" val="1188294659"/>
              </p:ext>
            </p:extLst>
          </p:nvPr>
        </p:nvGraphicFramePr>
        <p:xfrm>
          <a:off x="1068946" y="1159099"/>
          <a:ext cx="7580201" cy="510185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4559780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vetro, contenitore, Bicchiere di vino, rosso&#10;&#10;Descrizione generata automaticamente">
            <a:extLst>
              <a:ext uri="{FF2B5EF4-FFF2-40B4-BE49-F238E27FC236}">
                <a16:creationId xmlns:a16="http://schemas.microsoft.com/office/drawing/2014/main" id="{8DE1D95A-1B2B-1C86-F845-1CDB58939F15}"/>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1350335" y="323043"/>
            <a:ext cx="7854961" cy="546100"/>
          </a:xfrm>
        </p:spPr>
        <p:txBody>
          <a:bodyPr>
            <a:noAutofit/>
          </a:bodyPr>
          <a:lstStyle/>
          <a:p>
            <a:pPr algn="ctr"/>
            <a:r>
              <a:rPr lang="it-IT" sz="2800" b="1" dirty="0">
                <a:latin typeface="Cambria Math" panose="02040503050406030204" pitchFamily="18" charset="0"/>
                <a:ea typeface="Cambria Math" panose="02040503050406030204" pitchFamily="18" charset="0"/>
              </a:rPr>
              <a:t>ANALISI</a:t>
            </a:r>
            <a:r>
              <a:rPr lang="it-IT" sz="2800" b="1" dirty="0">
                <a:latin typeface="Century" panose="02040604050505020304" pitchFamily="18" charset="0"/>
              </a:rPr>
              <a:t> FATTIBILITA’ DI MERCATO</a:t>
            </a:r>
          </a:p>
        </p:txBody>
      </p:sp>
      <p:graphicFrame>
        <p:nvGraphicFramePr>
          <p:cNvPr id="8" name="Diagramma 7">
            <a:extLst>
              <a:ext uri="{FF2B5EF4-FFF2-40B4-BE49-F238E27FC236}">
                <a16:creationId xmlns:a16="http://schemas.microsoft.com/office/drawing/2014/main" id="{19C5FEE4-57A3-2D72-EFBE-D990E3E975ED}"/>
              </a:ext>
            </a:extLst>
          </p:cNvPr>
          <p:cNvGraphicFramePr/>
          <p:nvPr>
            <p:extLst>
              <p:ext uri="{D42A27DB-BD31-4B8C-83A1-F6EECF244321}">
                <p14:modId xmlns:p14="http://schemas.microsoft.com/office/powerpoint/2010/main" val="1608025395"/>
              </p:ext>
            </p:extLst>
          </p:nvPr>
        </p:nvGraphicFramePr>
        <p:xfrm>
          <a:off x="935534" y="2142025"/>
          <a:ext cx="7734300" cy="15304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ma 10">
            <a:extLst>
              <a:ext uri="{FF2B5EF4-FFF2-40B4-BE49-F238E27FC236}">
                <a16:creationId xmlns:a16="http://schemas.microsoft.com/office/drawing/2014/main" id="{05681CEE-E13F-9EC0-30F3-6D1C91B574A3}"/>
              </a:ext>
            </a:extLst>
          </p:cNvPr>
          <p:cNvGraphicFramePr/>
          <p:nvPr>
            <p:extLst>
              <p:ext uri="{D42A27DB-BD31-4B8C-83A1-F6EECF244321}">
                <p14:modId xmlns:p14="http://schemas.microsoft.com/office/powerpoint/2010/main" val="3498846711"/>
              </p:ext>
            </p:extLst>
          </p:nvPr>
        </p:nvGraphicFramePr>
        <p:xfrm>
          <a:off x="935534" y="4078522"/>
          <a:ext cx="7734300" cy="153044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2" name="image2.png">
            <a:extLst>
              <a:ext uri="{FF2B5EF4-FFF2-40B4-BE49-F238E27FC236}">
                <a16:creationId xmlns:a16="http://schemas.microsoft.com/office/drawing/2014/main" id="{13ED0003-9518-005B-C51F-56CB6B211C63}"/>
              </a:ext>
            </a:extLst>
          </p:cNvPr>
          <p:cNvPicPr>
            <a:picLocks noChangeAspect="1"/>
          </p:cNvPicPr>
          <p:nvPr/>
        </p:nvPicPr>
        <p:blipFill>
          <a:blip r:embed="rId1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6" name="Immagine 5" descr="Immagine che contiene logo&#10;&#10;Descrizione generata automaticamente">
            <a:extLst>
              <a:ext uri="{FF2B5EF4-FFF2-40B4-BE49-F238E27FC236}">
                <a16:creationId xmlns:a16="http://schemas.microsoft.com/office/drawing/2014/main" id="{CC24D7DD-B1D0-A1CF-65E0-729A047C3D0B}"/>
              </a:ext>
            </a:extLst>
          </p:cNvPr>
          <p:cNvPicPr>
            <a:picLocks noChangeAspect="1"/>
          </p:cNvPicPr>
          <p:nvPr/>
        </p:nvPicPr>
        <p:blipFill rotWithShape="1">
          <a:blip r:embed="rId15">
            <a:biLevel thresh="75000"/>
            <a:alphaModFix amt="50000"/>
            <a:extLst>
              <a:ext uri="{BEBA8EAE-BF5A-486C-A8C5-ECC9F3942E4B}">
                <a14:imgProps xmlns:a14="http://schemas.microsoft.com/office/drawing/2010/main">
                  <a14:imgLayer r:embed="rId1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9" name="Titolo 6">
            <a:extLst>
              <a:ext uri="{FF2B5EF4-FFF2-40B4-BE49-F238E27FC236}">
                <a16:creationId xmlns:a16="http://schemas.microsoft.com/office/drawing/2014/main" id="{684DADF5-7543-FFA9-0079-70EE1AA31BAF}"/>
              </a:ext>
            </a:extLst>
          </p:cNvPr>
          <p:cNvSpPr txBox="1">
            <a:spLocks/>
          </p:cNvSpPr>
          <p:nvPr/>
        </p:nvSpPr>
        <p:spPr>
          <a:xfrm>
            <a:off x="178804" y="1189869"/>
            <a:ext cx="3478795" cy="546100"/>
          </a:xfrm>
          <a:prstGeom prst="rect">
            <a:avLst/>
          </a:prstGeom>
          <a:effectLst>
            <a:outerShdw blurRad="50800" dist="38100" dir="8100000" algn="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u="sng" dirty="0">
                <a:latin typeface="Palatino Linotype" panose="02040502050505030304" pitchFamily="18" charset="0"/>
              </a:rPr>
              <a:t>P</a:t>
            </a:r>
            <a:r>
              <a:rPr lang="it-IT" sz="1800" b="1" u="sng" dirty="0">
                <a:latin typeface="Palatino Linotype" panose="02040502050505030304" pitchFamily="18" charset="0"/>
              </a:rPr>
              <a:t>RINCIPALI COMPETITOR</a:t>
            </a:r>
          </a:p>
        </p:txBody>
      </p:sp>
    </p:spTree>
    <p:extLst>
      <p:ext uri="{BB962C8B-B14F-4D97-AF65-F5344CB8AC3E}">
        <p14:creationId xmlns:p14="http://schemas.microsoft.com/office/powerpoint/2010/main" val="15020429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BE8210A7-8EA7-8695-960E-223C8B892D8E}"/>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949379" y="224886"/>
            <a:ext cx="7351570" cy="546100"/>
          </a:xfrm>
        </p:spPr>
        <p:txBody>
          <a:bodyPr>
            <a:normAutofit/>
          </a:bodyPr>
          <a:lstStyle/>
          <a:p>
            <a:pPr algn="ctr"/>
            <a:r>
              <a:rPr lang="it-IT" sz="2800" b="1" dirty="0">
                <a:latin typeface="Cambria Math" panose="02040503050406030204" pitchFamily="18" charset="0"/>
                <a:ea typeface="Cambria Math" panose="02040503050406030204" pitchFamily="18" charset="0"/>
              </a:rPr>
              <a:t>ANALISI FATTIBILITA’ DI MERCATO</a:t>
            </a:r>
          </a:p>
        </p:txBody>
      </p:sp>
      <p:sp>
        <p:nvSpPr>
          <p:cNvPr id="5" name="CasellaDiTesto 4">
            <a:extLst>
              <a:ext uri="{FF2B5EF4-FFF2-40B4-BE49-F238E27FC236}">
                <a16:creationId xmlns:a16="http://schemas.microsoft.com/office/drawing/2014/main" id="{AA8A15AE-AB28-23E9-A6B2-98662DB2F4CB}"/>
              </a:ext>
            </a:extLst>
          </p:cNvPr>
          <p:cNvSpPr txBox="1"/>
          <p:nvPr/>
        </p:nvSpPr>
        <p:spPr>
          <a:xfrm>
            <a:off x="178805" y="1041502"/>
            <a:ext cx="5669102" cy="523220"/>
          </a:xfrm>
          <a:prstGeom prst="rect">
            <a:avLst/>
          </a:prstGeom>
          <a:noFill/>
          <a:effectLst>
            <a:outerShdw blurRad="50800" dist="38100" dir="8100000" algn="tr" rotWithShape="0">
              <a:prstClr val="black">
                <a:alpha val="40000"/>
              </a:prstClr>
            </a:outerShdw>
          </a:effectLst>
        </p:spPr>
        <p:txBody>
          <a:bodyPr wrap="square" rtlCol="0">
            <a:spAutoFit/>
          </a:bodyPr>
          <a:lstStyle/>
          <a:p>
            <a:r>
              <a:rPr lang="it-IT" sz="2800" b="1" u="sng" dirty="0">
                <a:latin typeface="Palatino Linotype" panose="02040502050505030304" pitchFamily="18" charset="0"/>
              </a:rPr>
              <a:t>P</a:t>
            </a:r>
            <a:r>
              <a:rPr lang="it-IT" b="1" u="sng" dirty="0">
                <a:latin typeface="Palatino Linotype" panose="02040502050505030304" pitchFamily="18" charset="0"/>
              </a:rPr>
              <a:t>OSIZIONAMENTO NEL MERCATO DI ZERILLI</a:t>
            </a:r>
          </a:p>
        </p:txBody>
      </p:sp>
      <p:graphicFrame>
        <p:nvGraphicFramePr>
          <p:cNvPr id="2" name="Grafico 1">
            <a:extLst>
              <a:ext uri="{FF2B5EF4-FFF2-40B4-BE49-F238E27FC236}">
                <a16:creationId xmlns:a16="http://schemas.microsoft.com/office/drawing/2014/main" id="{C1F4476E-5E76-0D1D-B44A-22CD9101525B}"/>
              </a:ext>
            </a:extLst>
          </p:cNvPr>
          <p:cNvGraphicFramePr/>
          <p:nvPr>
            <p:extLst>
              <p:ext uri="{D42A27DB-BD31-4B8C-83A1-F6EECF244321}">
                <p14:modId xmlns:p14="http://schemas.microsoft.com/office/powerpoint/2010/main" val="888476911"/>
              </p:ext>
            </p:extLst>
          </p:nvPr>
        </p:nvGraphicFramePr>
        <p:xfrm>
          <a:off x="308345" y="2092065"/>
          <a:ext cx="5209953" cy="3238883"/>
        </p:xfrm>
        <a:graphic>
          <a:graphicData uri="http://schemas.openxmlformats.org/drawingml/2006/chart">
            <c:chart xmlns:c="http://schemas.openxmlformats.org/drawingml/2006/chart" xmlns:r="http://schemas.openxmlformats.org/officeDocument/2006/relationships" r:id="rId4"/>
          </a:graphicData>
        </a:graphic>
      </p:graphicFrame>
      <p:sp>
        <p:nvSpPr>
          <p:cNvPr id="6" name="Angolo ripiegato 5">
            <a:extLst>
              <a:ext uri="{FF2B5EF4-FFF2-40B4-BE49-F238E27FC236}">
                <a16:creationId xmlns:a16="http://schemas.microsoft.com/office/drawing/2014/main" id="{2AF15651-65B8-CED6-8BB5-B35ED791DB4D}"/>
              </a:ext>
            </a:extLst>
          </p:cNvPr>
          <p:cNvSpPr/>
          <p:nvPr/>
        </p:nvSpPr>
        <p:spPr>
          <a:xfrm>
            <a:off x="3785191" y="5177843"/>
            <a:ext cx="3168502" cy="978408"/>
          </a:xfrm>
          <a:prstGeom prst="foldedCorner">
            <a:avLst/>
          </a:prstGeom>
          <a:solidFill>
            <a:schemeClr val="lt1">
              <a:alpha val="76658"/>
            </a:schemeClr>
          </a:solidFill>
          <a:ln>
            <a:solidFill>
              <a:schemeClr val="tx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it-IT" sz="1200" dirty="0">
              <a:effectLst/>
              <a:latin typeface="Times New Roman" panose="02020603050405020304" pitchFamily="18" charset="0"/>
              <a:ea typeface="Times New Roman" panose="02020603050405020304" pitchFamily="18" charset="0"/>
            </a:endParaRPr>
          </a:p>
          <a:p>
            <a:pPr algn="ctr"/>
            <a:endParaRPr lang="it-IT" sz="1200" dirty="0">
              <a:latin typeface="Times New Roman" panose="02020603050405020304" pitchFamily="18" charset="0"/>
              <a:ea typeface="Times New Roman" panose="02020603050405020304" pitchFamily="18" charset="0"/>
            </a:endParaRPr>
          </a:p>
          <a:p>
            <a:pPr algn="ctr"/>
            <a:r>
              <a:rPr lang="it-IT" sz="1400" dirty="0">
                <a:effectLst/>
                <a:latin typeface="Times New Roman" panose="02020603050405020304" pitchFamily="18" charset="0"/>
                <a:ea typeface="Times New Roman" panose="02020603050405020304" pitchFamily="18" charset="0"/>
              </a:rPr>
              <a:t>La sfera in viola rappresenta il posizionamento dell’azienda Zerilli rispetto alla concorrenza (sfera in verde)</a:t>
            </a:r>
          </a:p>
          <a:p>
            <a:pPr algn="ctr"/>
            <a:endParaRPr lang="it-IT" dirty="0">
              <a:ln>
                <a:solidFill>
                  <a:schemeClr val="tx1"/>
                </a:solidFill>
              </a:ln>
            </a:endParaRPr>
          </a:p>
        </p:txBody>
      </p:sp>
      <p:sp>
        <p:nvSpPr>
          <p:cNvPr id="8" name="CasellaDiTesto 7">
            <a:extLst>
              <a:ext uri="{FF2B5EF4-FFF2-40B4-BE49-F238E27FC236}">
                <a16:creationId xmlns:a16="http://schemas.microsoft.com/office/drawing/2014/main" id="{8F637A1C-2F3F-315B-EB56-D69120E53FC1}"/>
              </a:ext>
            </a:extLst>
          </p:cNvPr>
          <p:cNvSpPr txBox="1"/>
          <p:nvPr/>
        </p:nvSpPr>
        <p:spPr>
          <a:xfrm>
            <a:off x="5918810" y="1798784"/>
            <a:ext cx="3776599" cy="2585323"/>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Variabili utilizzate: </a:t>
            </a:r>
            <a:r>
              <a:rPr lang="it-IT" b="1" dirty="0">
                <a:latin typeface="Palatino Linotype" panose="02040502050505030304" pitchFamily="18" charset="0"/>
              </a:rPr>
              <a:t>QUALITA’ e PREZZO</a:t>
            </a:r>
            <a:r>
              <a:rPr lang="it-IT" dirty="0">
                <a:latin typeface="Palatino Linotype" panose="02040502050505030304" pitchFamily="18" charset="0"/>
              </a:rPr>
              <a:t>:</a:t>
            </a:r>
          </a:p>
          <a:p>
            <a:endParaRPr lang="it-IT" dirty="0">
              <a:latin typeface="Palatino Linotype" panose="02040502050505030304" pitchFamily="18" charset="0"/>
            </a:endParaRPr>
          </a:p>
          <a:p>
            <a:endParaRPr lang="it-IT" dirty="0">
              <a:latin typeface="Palatino Linotype" panose="02040502050505030304" pitchFamily="18" charset="0"/>
            </a:endParaRPr>
          </a:p>
          <a:p>
            <a:pPr marL="285750" indent="-285750">
              <a:buFont typeface="Wingdings" pitchFamily="2" charset="2"/>
              <a:buChar char="v"/>
            </a:pPr>
            <a:r>
              <a:rPr lang="it-IT" b="1" dirty="0">
                <a:latin typeface="Palatino Linotype" panose="02040502050505030304" pitchFamily="18" charset="0"/>
              </a:rPr>
              <a:t>Prezzo</a:t>
            </a:r>
            <a:r>
              <a:rPr lang="it-IT" dirty="0">
                <a:latin typeface="Palatino Linotype" panose="02040502050505030304" pitchFamily="18" charset="0"/>
              </a:rPr>
              <a:t>: costo del prodotto</a:t>
            </a:r>
          </a:p>
          <a:p>
            <a:pPr marL="285750" indent="-285750">
              <a:buFont typeface="Wingdings" pitchFamily="2" charset="2"/>
              <a:buChar char="v"/>
            </a:pPr>
            <a:endParaRPr lang="it-IT" dirty="0">
              <a:latin typeface="Palatino Linotype" panose="02040502050505030304" pitchFamily="18" charset="0"/>
            </a:endParaRPr>
          </a:p>
          <a:p>
            <a:endParaRPr lang="it-IT" dirty="0">
              <a:latin typeface="Palatino Linotype" panose="02040502050505030304" pitchFamily="18" charset="0"/>
            </a:endParaRPr>
          </a:p>
          <a:p>
            <a:pPr marL="285750" indent="-285750">
              <a:buFont typeface="Wingdings" pitchFamily="2" charset="2"/>
              <a:buChar char="v"/>
            </a:pPr>
            <a:r>
              <a:rPr lang="it-IT" b="1" dirty="0">
                <a:latin typeface="Palatino Linotype" panose="02040502050505030304" pitchFamily="18" charset="0"/>
              </a:rPr>
              <a:t>Qualità</a:t>
            </a:r>
            <a:r>
              <a:rPr lang="it-IT" dirty="0">
                <a:latin typeface="Palatino Linotype" panose="02040502050505030304" pitchFamily="18" charset="0"/>
              </a:rPr>
              <a:t>: caratteristiche intrinseche del prodotto</a:t>
            </a:r>
          </a:p>
        </p:txBody>
      </p:sp>
      <p:pic>
        <p:nvPicPr>
          <p:cNvPr id="9" name="image2.png">
            <a:extLst>
              <a:ext uri="{FF2B5EF4-FFF2-40B4-BE49-F238E27FC236}">
                <a16:creationId xmlns:a16="http://schemas.microsoft.com/office/drawing/2014/main" id="{322BC723-DC16-492C-DC82-5DF7F484DE92}"/>
              </a:ext>
            </a:extLst>
          </p:cNvPr>
          <p:cNvPicPr>
            <a:picLocks noChangeAspect="1"/>
          </p:cNvPicPr>
          <p:nvPr/>
        </p:nvPicPr>
        <p:blipFill>
          <a:blip r:embed="rId5"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11" name="Immagine 10" descr="Immagine che contiene logo&#10;&#10;Descrizione generata automaticamente">
            <a:extLst>
              <a:ext uri="{FF2B5EF4-FFF2-40B4-BE49-F238E27FC236}">
                <a16:creationId xmlns:a16="http://schemas.microsoft.com/office/drawing/2014/main" id="{B87C941F-AA73-7662-FB9A-65AB011182DD}"/>
              </a:ext>
            </a:extLst>
          </p:cNvPr>
          <p:cNvPicPr>
            <a:picLocks noChangeAspect="1"/>
          </p:cNvPicPr>
          <p:nvPr/>
        </p:nvPicPr>
        <p:blipFill rotWithShape="1">
          <a:blip r:embed="rId6">
            <a:biLevel thresh="75000"/>
            <a:alphaModFix amt="50000"/>
            <a:extLst>
              <a:ext uri="{BEBA8EAE-BF5A-486C-A8C5-ECC9F3942E4B}">
                <a14:imgProps xmlns:a14="http://schemas.microsoft.com/office/drawing/2010/main">
                  <a14:imgLayer r:embed="rId7">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0673666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Immagine che contiene vetro, contenitore, Bicchiere di vino, rosso&#10;&#10;Descrizione generata automaticamente">
            <a:extLst>
              <a:ext uri="{FF2B5EF4-FFF2-40B4-BE49-F238E27FC236}">
                <a16:creationId xmlns:a16="http://schemas.microsoft.com/office/drawing/2014/main" id="{6F4F3B66-C36B-C3BD-C51C-9E6A79CE5576}"/>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pic>
        <p:nvPicPr>
          <p:cNvPr id="7" name="image2.png">
            <a:extLst>
              <a:ext uri="{FF2B5EF4-FFF2-40B4-BE49-F238E27FC236}">
                <a16:creationId xmlns:a16="http://schemas.microsoft.com/office/drawing/2014/main" id="{DFF8CD0F-38CA-240D-0E25-490D7A5941EB}"/>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2A1D953D-71E8-E981-FCEA-5B844A1A1AD4}"/>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graphicFrame>
        <p:nvGraphicFramePr>
          <p:cNvPr id="4" name="Diagramma 3">
            <a:extLst>
              <a:ext uri="{FF2B5EF4-FFF2-40B4-BE49-F238E27FC236}">
                <a16:creationId xmlns:a16="http://schemas.microsoft.com/office/drawing/2014/main" id="{2046070F-FA1C-3F99-C899-28DFEE7E88CC}"/>
              </a:ext>
            </a:extLst>
          </p:cNvPr>
          <p:cNvGraphicFramePr/>
          <p:nvPr>
            <p:extLst>
              <p:ext uri="{D42A27DB-BD31-4B8C-83A1-F6EECF244321}">
                <p14:modId xmlns:p14="http://schemas.microsoft.com/office/powerpoint/2010/main" val="1685770683"/>
              </p:ext>
            </p:extLst>
          </p:nvPr>
        </p:nvGraphicFramePr>
        <p:xfrm>
          <a:off x="1066479" y="1254104"/>
          <a:ext cx="7352916" cy="511675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CasellaDiTesto 2">
            <a:extLst>
              <a:ext uri="{FF2B5EF4-FFF2-40B4-BE49-F238E27FC236}">
                <a16:creationId xmlns:a16="http://schemas.microsoft.com/office/drawing/2014/main" id="{F23B8319-AE37-442C-9B47-435F7672CC2E}"/>
              </a:ext>
            </a:extLst>
          </p:cNvPr>
          <p:cNvSpPr txBox="1"/>
          <p:nvPr/>
        </p:nvSpPr>
        <p:spPr>
          <a:xfrm>
            <a:off x="3019590" y="478598"/>
            <a:ext cx="4552920" cy="584775"/>
          </a:xfrm>
          <a:prstGeom prst="rect">
            <a:avLst/>
          </a:prstGeom>
          <a:noFill/>
        </p:spPr>
        <p:txBody>
          <a:bodyPr wrap="square" rtlCol="0">
            <a:spAutoFit/>
          </a:bodyPr>
          <a:lstStyle/>
          <a:p>
            <a:r>
              <a:rPr lang="it-IT" sz="3200" b="1" dirty="0">
                <a:latin typeface="Cambria Math" panose="02040503050406030204" pitchFamily="18" charset="0"/>
                <a:ea typeface="Cambria Math" panose="02040503050406030204" pitchFamily="18" charset="0"/>
              </a:rPr>
              <a:t> TIPOLOGIE DI VINO</a:t>
            </a:r>
          </a:p>
        </p:txBody>
      </p:sp>
    </p:spTree>
    <p:extLst>
      <p:ext uri="{BB962C8B-B14F-4D97-AF65-F5344CB8AC3E}">
        <p14:creationId xmlns:p14="http://schemas.microsoft.com/office/powerpoint/2010/main" val="3743603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2BF20A9F-B179-3934-9DD8-49B7D77388BA}"/>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9" name="Tabella 9">
            <a:extLst>
              <a:ext uri="{FF2B5EF4-FFF2-40B4-BE49-F238E27FC236}">
                <a16:creationId xmlns:a16="http://schemas.microsoft.com/office/drawing/2014/main" id="{F1B82C67-6442-0CAF-8912-D8E191FC6F7A}"/>
              </a:ext>
            </a:extLst>
          </p:cNvPr>
          <p:cNvGraphicFramePr>
            <a:graphicFrameLocks noGrp="1"/>
          </p:cNvGraphicFramePr>
          <p:nvPr>
            <p:extLst>
              <p:ext uri="{D42A27DB-BD31-4B8C-83A1-F6EECF244321}">
                <p14:modId xmlns:p14="http://schemas.microsoft.com/office/powerpoint/2010/main" val="4040222295"/>
              </p:ext>
            </p:extLst>
          </p:nvPr>
        </p:nvGraphicFramePr>
        <p:xfrm>
          <a:off x="826862" y="1245953"/>
          <a:ext cx="8128002" cy="2865120"/>
        </p:xfrm>
        <a:graphic>
          <a:graphicData uri="http://schemas.openxmlformats.org/drawingml/2006/table">
            <a:tbl>
              <a:tblPr firstRow="1" bandRow="1">
                <a:tableStyleId>{85BE263C-DBD7-4A20-BB59-AAB30ACAA65A}</a:tableStyleId>
              </a:tblPr>
              <a:tblGrid>
                <a:gridCol w="1354667">
                  <a:extLst>
                    <a:ext uri="{9D8B030D-6E8A-4147-A177-3AD203B41FA5}">
                      <a16:colId xmlns:a16="http://schemas.microsoft.com/office/drawing/2014/main" val="1640796146"/>
                    </a:ext>
                  </a:extLst>
                </a:gridCol>
                <a:gridCol w="1354667">
                  <a:extLst>
                    <a:ext uri="{9D8B030D-6E8A-4147-A177-3AD203B41FA5}">
                      <a16:colId xmlns:a16="http://schemas.microsoft.com/office/drawing/2014/main" val="798638426"/>
                    </a:ext>
                  </a:extLst>
                </a:gridCol>
                <a:gridCol w="1354667">
                  <a:extLst>
                    <a:ext uri="{9D8B030D-6E8A-4147-A177-3AD203B41FA5}">
                      <a16:colId xmlns:a16="http://schemas.microsoft.com/office/drawing/2014/main" val="3276541462"/>
                    </a:ext>
                  </a:extLst>
                </a:gridCol>
                <a:gridCol w="1354667">
                  <a:extLst>
                    <a:ext uri="{9D8B030D-6E8A-4147-A177-3AD203B41FA5}">
                      <a16:colId xmlns:a16="http://schemas.microsoft.com/office/drawing/2014/main" val="1931643383"/>
                    </a:ext>
                  </a:extLst>
                </a:gridCol>
                <a:gridCol w="1354667">
                  <a:extLst>
                    <a:ext uri="{9D8B030D-6E8A-4147-A177-3AD203B41FA5}">
                      <a16:colId xmlns:a16="http://schemas.microsoft.com/office/drawing/2014/main" val="4103228069"/>
                    </a:ext>
                  </a:extLst>
                </a:gridCol>
                <a:gridCol w="1354667">
                  <a:extLst>
                    <a:ext uri="{9D8B030D-6E8A-4147-A177-3AD203B41FA5}">
                      <a16:colId xmlns:a16="http://schemas.microsoft.com/office/drawing/2014/main" val="236046280"/>
                    </a:ext>
                  </a:extLst>
                </a:gridCol>
              </a:tblGrid>
              <a:tr h="370840">
                <a:tc gridSpan="6">
                  <a:txBody>
                    <a:bodyPr/>
                    <a:lstStyle/>
                    <a:p>
                      <a:pPr algn="ctr"/>
                      <a:r>
                        <a:rPr lang="it-IT" dirty="0"/>
                        <a:t>CONSUMATORI DI VINO (online e non)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cell3D prstMaterial="dkEdge">
                      <a:bevel prst="coolSlant"/>
                      <a:lightRig rig="flood" dir="t"/>
                    </a:cell3D>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0525322"/>
                  </a:ext>
                </a:extLst>
              </a:tr>
              <a:tr h="370840">
                <a:tc>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b="1" dirty="0"/>
                        <a:t>2018 (in migliaia)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it-IT" b="1" dirty="0"/>
                        <a:t>2019 (in migliaia)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it-IT" b="1" dirty="0"/>
                        <a:t>2020 (in migliaia)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it-IT" b="1" dirty="0"/>
                        <a:t>2021 (in migliaia)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it-IT" b="1" dirty="0"/>
                        <a:t>2022 (in migliaia)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669897200"/>
                  </a:ext>
                </a:extLst>
              </a:tr>
              <a:tr h="370840">
                <a:tc>
                  <a:txBody>
                    <a:bodyPr/>
                    <a:lstStyle/>
                    <a:p>
                      <a:r>
                        <a:rPr lang="it-IT" b="1"/>
                        <a:t>Nord</a:t>
                      </a:r>
                      <a:endParaRPr lang="it-IT"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14.376</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14.443</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14.184</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14.485</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14.532</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277831"/>
                  </a:ext>
                </a:extLst>
              </a:tr>
              <a:tr h="370840">
                <a:tc>
                  <a:txBody>
                    <a:bodyPr/>
                    <a:lstStyle/>
                    <a:p>
                      <a:r>
                        <a:rPr lang="it-IT" b="1"/>
                        <a:t>Centro</a:t>
                      </a:r>
                      <a:endParaRPr lang="it-IT"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6.253</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6.111</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6.224</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6.298</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6.182</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3125156"/>
                  </a:ext>
                </a:extLst>
              </a:tr>
              <a:tr h="370840">
                <a:tc>
                  <a:txBody>
                    <a:bodyPr/>
                    <a:lstStyle/>
                    <a:p>
                      <a:r>
                        <a:rPr lang="it-IT" b="1"/>
                        <a:t>Sud</a:t>
                      </a:r>
                      <a:endParaRPr lang="it-IT"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6.169</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6.170</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6.161</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6.010</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6.058</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74685"/>
                  </a:ext>
                </a:extLst>
              </a:tr>
              <a:tr h="370840">
                <a:tc>
                  <a:txBody>
                    <a:bodyPr/>
                    <a:lstStyle/>
                    <a:p>
                      <a:r>
                        <a:rPr lang="it-IT" b="1"/>
                        <a:t>Isole</a:t>
                      </a:r>
                      <a:endParaRPr lang="it-IT"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2.674</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2.784</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2.643</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2.650</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it-IT"/>
                        <a:t>2.588</a:t>
                      </a:r>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4510692"/>
                  </a:ext>
                </a:extLst>
              </a:tr>
              <a:tr h="370840">
                <a:tc>
                  <a:txBody>
                    <a:bodyPr/>
                    <a:lstStyle/>
                    <a:p>
                      <a:r>
                        <a:rPr lang="it-IT" b="1" dirty="0"/>
                        <a:t>Italia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it-IT" b="1" dirty="0"/>
                        <a:t>29.472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it-IT" b="1" dirty="0"/>
                        <a:t>29.508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it-IT" b="1" dirty="0"/>
                        <a:t>29.212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it-IT" b="1" dirty="0"/>
                        <a:t>29.443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it-IT" b="1" dirty="0"/>
                        <a:t>29.360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71299827"/>
                  </a:ext>
                </a:extLst>
              </a:tr>
            </a:tbl>
          </a:graphicData>
        </a:graphic>
      </p:graphicFrame>
      <p:sp>
        <p:nvSpPr>
          <p:cNvPr id="5" name="CasellaDiTesto 4">
            <a:extLst>
              <a:ext uri="{FF2B5EF4-FFF2-40B4-BE49-F238E27FC236}">
                <a16:creationId xmlns:a16="http://schemas.microsoft.com/office/drawing/2014/main" id="{6AF24F6E-BC93-512C-C96C-2C9F6F14F68E}"/>
              </a:ext>
            </a:extLst>
          </p:cNvPr>
          <p:cNvSpPr txBox="1"/>
          <p:nvPr/>
        </p:nvSpPr>
        <p:spPr>
          <a:xfrm>
            <a:off x="617869" y="4622497"/>
            <a:ext cx="8545987" cy="2585323"/>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Le informazioni riportate in tabella sono inerenti a indagini statistiche condotte dall’ISTAT sul territorio nazionale.</a:t>
            </a:r>
          </a:p>
          <a:p>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Nel 2022 sono stai circa 8 milioni gli italiani che hanno acquistato on-line bottiglie di vino, il 27% dei consumatori totali, contro il 17% del 2019.</a:t>
            </a:r>
          </a:p>
          <a:p>
            <a:endParaRPr lang="it-IT" dirty="0"/>
          </a:p>
          <a:p>
            <a:endParaRPr lang="it-IT" dirty="0"/>
          </a:p>
          <a:p>
            <a:endParaRPr lang="it-IT" dirty="0"/>
          </a:p>
          <a:p>
            <a:pPr marL="285750" indent="-285750">
              <a:buFont typeface="Wingdings" pitchFamily="2" charset="2"/>
              <a:buChar char="v"/>
            </a:pPr>
            <a:endParaRPr lang="it-IT" dirty="0"/>
          </a:p>
        </p:txBody>
      </p:sp>
      <p:sp>
        <p:nvSpPr>
          <p:cNvPr id="13" name="Titolo 6">
            <a:extLst>
              <a:ext uri="{FF2B5EF4-FFF2-40B4-BE49-F238E27FC236}">
                <a16:creationId xmlns:a16="http://schemas.microsoft.com/office/drawing/2014/main" id="{2C379640-CDEF-0F64-FF76-95500D3E0467}"/>
              </a:ext>
            </a:extLst>
          </p:cNvPr>
          <p:cNvSpPr txBox="1">
            <a:spLocks/>
          </p:cNvSpPr>
          <p:nvPr/>
        </p:nvSpPr>
        <p:spPr>
          <a:xfrm>
            <a:off x="398336" y="191874"/>
            <a:ext cx="8985052" cy="892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latin typeface="Cambria Math" panose="02040503050406030204" pitchFamily="18" charset="0"/>
                <a:ea typeface="Cambria Math" panose="02040503050406030204" pitchFamily="18" charset="0"/>
              </a:rPr>
              <a:t>Analisi e quantificazione del mercato di riferimento</a:t>
            </a:r>
          </a:p>
        </p:txBody>
      </p:sp>
      <p:pic>
        <p:nvPicPr>
          <p:cNvPr id="6" name="image2.png">
            <a:extLst>
              <a:ext uri="{FF2B5EF4-FFF2-40B4-BE49-F238E27FC236}">
                <a16:creationId xmlns:a16="http://schemas.microsoft.com/office/drawing/2014/main" id="{52B85C09-95D4-BE5B-278D-A35A7B9559E6}"/>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7" name="Immagine 6" descr="Immagine che contiene logo&#10;&#10;Descrizione generata automaticamente">
            <a:extLst>
              <a:ext uri="{FF2B5EF4-FFF2-40B4-BE49-F238E27FC236}">
                <a16:creationId xmlns:a16="http://schemas.microsoft.com/office/drawing/2014/main" id="{F95120DE-BAE8-F648-73E0-5EA03D388F27}"/>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862855058"/>
      </p:ext>
    </p:extLst>
  </p:cSld>
  <p:clrMapOvr>
    <a:masterClrMapping/>
  </p:clrMapOvr>
  <p:transition spd="slow">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vetro, contenitore, Bicchiere di vino, rosso&#10;&#10;Descrizione generata automaticamente">
            <a:extLst>
              <a:ext uri="{FF2B5EF4-FFF2-40B4-BE49-F238E27FC236}">
                <a16:creationId xmlns:a16="http://schemas.microsoft.com/office/drawing/2014/main" id="{2D47CDAF-C1B4-04C6-F70C-2C48CF89A32D}"/>
              </a:ext>
            </a:extLst>
          </p:cNvPr>
          <p:cNvPicPr>
            <a:picLocks noChangeAspect="1"/>
          </p:cNvPicPr>
          <p:nvPr/>
        </p:nvPicPr>
        <p:blipFill>
          <a:blip r:embed="rId3">
            <a:alphaModFix amt="35000"/>
          </a:blip>
          <a:stretch>
            <a:fillRect/>
          </a:stretch>
        </p:blipFill>
        <p:spPr>
          <a:xfrm>
            <a:off x="9766312" y="0"/>
            <a:ext cx="2425688" cy="6858000"/>
          </a:xfrm>
          <a:prstGeom prst="rect">
            <a:avLst/>
          </a:prstGeom>
        </p:spPr>
      </p:pic>
      <p:graphicFrame>
        <p:nvGraphicFramePr>
          <p:cNvPr id="2" name="Grafico 1">
            <a:extLst>
              <a:ext uri="{FF2B5EF4-FFF2-40B4-BE49-F238E27FC236}">
                <a16:creationId xmlns:a16="http://schemas.microsoft.com/office/drawing/2014/main" id="{5E177D53-0B84-A29C-BD60-47EF9ABD26DD}"/>
              </a:ext>
            </a:extLst>
          </p:cNvPr>
          <p:cNvGraphicFramePr/>
          <p:nvPr>
            <p:extLst>
              <p:ext uri="{D42A27DB-BD31-4B8C-83A1-F6EECF244321}">
                <p14:modId xmlns:p14="http://schemas.microsoft.com/office/powerpoint/2010/main" val="822739855"/>
              </p:ext>
            </p:extLst>
          </p:nvPr>
        </p:nvGraphicFramePr>
        <p:xfrm>
          <a:off x="236219" y="1383175"/>
          <a:ext cx="5961888" cy="46929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Grafico 10">
            <a:extLst>
              <a:ext uri="{FF2B5EF4-FFF2-40B4-BE49-F238E27FC236}">
                <a16:creationId xmlns:a16="http://schemas.microsoft.com/office/drawing/2014/main" id="{5E8907CF-4657-640A-378A-DDEF6148FCBD}"/>
              </a:ext>
            </a:extLst>
          </p:cNvPr>
          <p:cNvGraphicFramePr/>
          <p:nvPr>
            <p:extLst>
              <p:ext uri="{D42A27DB-BD31-4B8C-83A1-F6EECF244321}">
                <p14:modId xmlns:p14="http://schemas.microsoft.com/office/powerpoint/2010/main" val="3246054585"/>
              </p:ext>
            </p:extLst>
          </p:nvPr>
        </p:nvGraphicFramePr>
        <p:xfrm>
          <a:off x="198262" y="1651934"/>
          <a:ext cx="4612007" cy="3553826"/>
        </p:xfrm>
        <a:graphic>
          <a:graphicData uri="http://schemas.openxmlformats.org/drawingml/2006/chart">
            <c:chart xmlns:c="http://schemas.openxmlformats.org/drawingml/2006/chart" xmlns:r="http://schemas.openxmlformats.org/officeDocument/2006/relationships" r:id="rId5"/>
          </a:graphicData>
        </a:graphic>
      </p:graphicFrame>
      <p:sp>
        <p:nvSpPr>
          <p:cNvPr id="13" name="CasellaDiTesto 12">
            <a:extLst>
              <a:ext uri="{FF2B5EF4-FFF2-40B4-BE49-F238E27FC236}">
                <a16:creationId xmlns:a16="http://schemas.microsoft.com/office/drawing/2014/main" id="{FCD0EB73-7A60-B9C1-BB6D-15941CAF42E6}"/>
              </a:ext>
            </a:extLst>
          </p:cNvPr>
          <p:cNvSpPr txBox="1"/>
          <p:nvPr/>
        </p:nvSpPr>
        <p:spPr>
          <a:xfrm>
            <a:off x="4987421" y="1651934"/>
            <a:ext cx="4612007" cy="3416320"/>
          </a:xfrm>
          <a:prstGeom prst="rect">
            <a:avLst/>
          </a:prstGeom>
          <a:noFill/>
        </p:spPr>
        <p:txBody>
          <a:bodyPr wrap="square">
            <a:spAutoFit/>
          </a:bodyPr>
          <a:lstStyle/>
          <a:p>
            <a:pPr marL="285750" indent="-285750">
              <a:buFont typeface="Wingdings" pitchFamily="2" charset="2"/>
              <a:buChar char="v"/>
            </a:pPr>
            <a:r>
              <a:rPr lang="it-IT" dirty="0">
                <a:latin typeface="Palatino Linotype" panose="02040502050505030304" pitchFamily="18" charset="0"/>
              </a:rPr>
              <a:t>L’industria vitivinicola continuerà a beneficiare di un numero crescente di consumatori, principalmente tra le generazioni del millennio (coloro che hanno tra i 18 e 35 anni).</a:t>
            </a:r>
          </a:p>
          <a:p>
            <a:endParaRPr lang="it-IT" dirty="0">
              <a:latin typeface="Palatino Linotype" panose="02040502050505030304" pitchFamily="18" charset="0"/>
            </a:endParaRPr>
          </a:p>
          <a:p>
            <a:pPr marL="285750" indent="-285750">
              <a:buFont typeface="Wingdings" pitchFamily="2" charset="2"/>
              <a:buChar char="v"/>
            </a:pPr>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Per quanto riguarda la tipologia di clientela target ci concentreremo nella fascia di popolazione con reddito medio-alto.</a:t>
            </a:r>
          </a:p>
          <a:p>
            <a:endParaRPr lang="it-IT" dirty="0"/>
          </a:p>
        </p:txBody>
      </p:sp>
      <p:sp>
        <p:nvSpPr>
          <p:cNvPr id="16" name="Titolo 6">
            <a:extLst>
              <a:ext uri="{FF2B5EF4-FFF2-40B4-BE49-F238E27FC236}">
                <a16:creationId xmlns:a16="http://schemas.microsoft.com/office/drawing/2014/main" id="{C41A47B9-7376-2AE4-F961-A813549F4C5A}"/>
              </a:ext>
            </a:extLst>
          </p:cNvPr>
          <p:cNvSpPr txBox="1">
            <a:spLocks/>
          </p:cNvSpPr>
          <p:nvPr/>
        </p:nvSpPr>
        <p:spPr>
          <a:xfrm>
            <a:off x="246419" y="313917"/>
            <a:ext cx="9127699" cy="8924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latin typeface="Cambria Math" panose="02040503050406030204" pitchFamily="18" charset="0"/>
                <a:ea typeface="Cambria Math" panose="02040503050406030204" pitchFamily="18" charset="0"/>
              </a:rPr>
              <a:t>Analisi e quantificazione del mercato di riferimento</a:t>
            </a:r>
          </a:p>
        </p:txBody>
      </p:sp>
      <p:pic>
        <p:nvPicPr>
          <p:cNvPr id="3" name="image2.png">
            <a:extLst>
              <a:ext uri="{FF2B5EF4-FFF2-40B4-BE49-F238E27FC236}">
                <a16:creationId xmlns:a16="http://schemas.microsoft.com/office/drawing/2014/main" id="{2F7668A7-C1A1-1836-BD36-ADE81882AF1A}"/>
              </a:ext>
            </a:extLst>
          </p:cNvPr>
          <p:cNvPicPr>
            <a:picLocks noChangeAspect="1"/>
          </p:cNvPicPr>
          <p:nvPr/>
        </p:nvPicPr>
        <p:blipFill>
          <a:blip r:embed="rId6"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5" name="Immagine 4" descr="Immagine che contiene logo&#10;&#10;Descrizione generata automaticamente">
            <a:extLst>
              <a:ext uri="{FF2B5EF4-FFF2-40B4-BE49-F238E27FC236}">
                <a16:creationId xmlns:a16="http://schemas.microsoft.com/office/drawing/2014/main" id="{3F1F2A93-A293-2DA5-FBD7-A9DCDBB7D2E2}"/>
              </a:ext>
            </a:extLst>
          </p:cNvPr>
          <p:cNvPicPr>
            <a:picLocks noChangeAspect="1"/>
          </p:cNvPicPr>
          <p:nvPr/>
        </p:nvPicPr>
        <p:blipFill rotWithShape="1">
          <a:blip r:embed="rId7">
            <a:biLevel thresh="75000"/>
            <a:alphaModFix amt="50000"/>
            <a:extLst>
              <a:ext uri="{BEBA8EAE-BF5A-486C-A8C5-ECC9F3942E4B}">
                <a14:imgProps xmlns:a14="http://schemas.microsoft.com/office/drawing/2010/main">
                  <a14:imgLayer r:embed="rId8">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76987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F2F39E65-7D4B-1407-999C-1736CB4E4A41}"/>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1828801" y="463639"/>
            <a:ext cx="5879018" cy="756183"/>
          </a:xfrm>
        </p:spPr>
        <p:txBody>
          <a:bodyPr>
            <a:normAutofit fontScale="90000"/>
          </a:bodyPr>
          <a:lstStyle/>
          <a:p>
            <a:pPr algn="ctr"/>
            <a:r>
              <a:rPr lang="it-IT" sz="3200" b="1" dirty="0">
                <a:latin typeface="Cambria Math" panose="02040503050406030204" pitchFamily="18" charset="0"/>
                <a:ea typeface="Cambria Math" panose="02040503050406030204" pitchFamily="18" charset="0"/>
              </a:rPr>
              <a:t>Definizione potenziale di vendita</a:t>
            </a:r>
          </a:p>
        </p:txBody>
      </p:sp>
      <p:graphicFrame>
        <p:nvGraphicFramePr>
          <p:cNvPr id="2" name="Grafico 1">
            <a:extLst>
              <a:ext uri="{FF2B5EF4-FFF2-40B4-BE49-F238E27FC236}">
                <a16:creationId xmlns:a16="http://schemas.microsoft.com/office/drawing/2014/main" id="{5E177D53-0B84-A29C-BD60-47EF9ABD26DD}"/>
              </a:ext>
            </a:extLst>
          </p:cNvPr>
          <p:cNvGraphicFramePr/>
          <p:nvPr>
            <p:extLst>
              <p:ext uri="{D42A27DB-BD31-4B8C-83A1-F6EECF244321}">
                <p14:modId xmlns:p14="http://schemas.microsoft.com/office/powerpoint/2010/main" val="2677420223"/>
              </p:ext>
            </p:extLst>
          </p:nvPr>
        </p:nvGraphicFramePr>
        <p:xfrm>
          <a:off x="374310" y="1668534"/>
          <a:ext cx="5094711" cy="3969644"/>
        </p:xfrm>
        <a:graphic>
          <a:graphicData uri="http://schemas.openxmlformats.org/drawingml/2006/chart">
            <c:chart xmlns:c="http://schemas.openxmlformats.org/drawingml/2006/chart" xmlns:r="http://schemas.openxmlformats.org/officeDocument/2006/relationships" r:id="rId4"/>
          </a:graphicData>
        </a:graphic>
      </p:graphicFrame>
      <p:sp>
        <p:nvSpPr>
          <p:cNvPr id="5" name="CasellaDiTesto 4">
            <a:extLst>
              <a:ext uri="{FF2B5EF4-FFF2-40B4-BE49-F238E27FC236}">
                <a16:creationId xmlns:a16="http://schemas.microsoft.com/office/drawing/2014/main" id="{FEC61047-9009-D66F-EA03-7BBBCA3CA2A2}"/>
              </a:ext>
            </a:extLst>
          </p:cNvPr>
          <p:cNvSpPr txBox="1"/>
          <p:nvPr/>
        </p:nvSpPr>
        <p:spPr>
          <a:xfrm>
            <a:off x="5783157" y="1827961"/>
            <a:ext cx="3849323" cy="3970318"/>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Il mercato del vino in Italia vale 14 miliardi, tuttavia dallo shop online arriva il 4% delle vendite.</a:t>
            </a:r>
          </a:p>
          <a:p>
            <a:pPr marL="285750" indent="-285750">
              <a:buFont typeface="Wingdings" pitchFamily="2" charset="2"/>
              <a:buChar char="v"/>
            </a:pPr>
            <a:endParaRPr lang="it-IT" dirty="0">
              <a:latin typeface="Palatino Linotype" panose="02040502050505030304" pitchFamily="18" charset="0"/>
            </a:endParaRPr>
          </a:p>
          <a:p>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Nel 2022 il volume di affari dell’e-commerce si attesta intorno ai 560 milioni di euro.</a:t>
            </a:r>
          </a:p>
          <a:p>
            <a:endParaRPr lang="it-IT" dirty="0">
              <a:latin typeface="Palatino Linotype" panose="02040502050505030304" pitchFamily="18" charset="0"/>
            </a:endParaRPr>
          </a:p>
          <a:p>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Il nostro mercato di riferimento (mercato potenziale) si attesta al 2% del volume totale.</a:t>
            </a:r>
          </a:p>
          <a:p>
            <a:pPr marL="285750" indent="-285750">
              <a:buFont typeface="Wingdings" pitchFamily="2" charset="2"/>
              <a:buChar char="v"/>
            </a:pPr>
            <a:endParaRPr lang="it-IT" dirty="0"/>
          </a:p>
        </p:txBody>
      </p:sp>
      <p:pic>
        <p:nvPicPr>
          <p:cNvPr id="9" name="image2.png">
            <a:extLst>
              <a:ext uri="{FF2B5EF4-FFF2-40B4-BE49-F238E27FC236}">
                <a16:creationId xmlns:a16="http://schemas.microsoft.com/office/drawing/2014/main" id="{3E946651-7697-6B0D-98A3-EB05E081456C}"/>
              </a:ext>
            </a:extLst>
          </p:cNvPr>
          <p:cNvPicPr>
            <a:picLocks noChangeAspect="1"/>
          </p:cNvPicPr>
          <p:nvPr/>
        </p:nvPicPr>
        <p:blipFill>
          <a:blip r:embed="rId5"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10" name="Immagine 9" descr="Immagine che contiene logo&#10;&#10;Descrizione generata automaticamente">
            <a:extLst>
              <a:ext uri="{FF2B5EF4-FFF2-40B4-BE49-F238E27FC236}">
                <a16:creationId xmlns:a16="http://schemas.microsoft.com/office/drawing/2014/main" id="{3224D2E1-A76B-B3BE-E215-735A9341761D}"/>
              </a:ext>
            </a:extLst>
          </p:cNvPr>
          <p:cNvPicPr>
            <a:picLocks noChangeAspect="1"/>
          </p:cNvPicPr>
          <p:nvPr/>
        </p:nvPicPr>
        <p:blipFill rotWithShape="1">
          <a:blip r:embed="rId6">
            <a:biLevel thresh="75000"/>
            <a:alphaModFix amt="50000"/>
            <a:extLst>
              <a:ext uri="{BEBA8EAE-BF5A-486C-A8C5-ECC9F3942E4B}">
                <a14:imgProps xmlns:a14="http://schemas.microsoft.com/office/drawing/2010/main">
                  <a14:imgLayer r:embed="rId7">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77773215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840FC113-C483-B8DB-D617-21F3DF01B1F0}"/>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2361862" y="272858"/>
            <a:ext cx="5162315" cy="546100"/>
          </a:xfrm>
        </p:spPr>
        <p:txBody>
          <a:bodyPr>
            <a:noAutofit/>
          </a:bodyPr>
          <a:lstStyle/>
          <a:p>
            <a:pPr algn="ctr"/>
            <a:r>
              <a:rPr lang="it-IT" sz="2400" b="1" dirty="0">
                <a:latin typeface="Cambria Math" panose="02040503050406030204" pitchFamily="18" charset="0"/>
                <a:ea typeface="Cambria Math" panose="02040503050406030204" pitchFamily="18" charset="0"/>
              </a:rPr>
              <a:t>POTENZIALE DI VENDITA</a:t>
            </a:r>
          </a:p>
        </p:txBody>
      </p:sp>
      <p:graphicFrame>
        <p:nvGraphicFramePr>
          <p:cNvPr id="6" name="Tabella 7">
            <a:extLst>
              <a:ext uri="{FF2B5EF4-FFF2-40B4-BE49-F238E27FC236}">
                <a16:creationId xmlns:a16="http://schemas.microsoft.com/office/drawing/2014/main" id="{03B5FB30-9B37-33BE-0172-8063D5B39C3D}"/>
              </a:ext>
            </a:extLst>
          </p:cNvPr>
          <p:cNvGraphicFramePr>
            <a:graphicFrameLocks noGrp="1"/>
          </p:cNvGraphicFramePr>
          <p:nvPr>
            <p:extLst>
              <p:ext uri="{D42A27DB-BD31-4B8C-83A1-F6EECF244321}">
                <p14:modId xmlns:p14="http://schemas.microsoft.com/office/powerpoint/2010/main" val="1750428474"/>
              </p:ext>
            </p:extLst>
          </p:nvPr>
        </p:nvGraphicFramePr>
        <p:xfrm>
          <a:off x="265313" y="2575560"/>
          <a:ext cx="5628663" cy="1371600"/>
        </p:xfrm>
        <a:graphic>
          <a:graphicData uri="http://schemas.openxmlformats.org/drawingml/2006/table">
            <a:tbl>
              <a:tblPr firstRow="1" bandRow="1">
                <a:tableStyleId>{EB9631B5-78F2-41C9-869B-9F39066F8104}</a:tableStyleId>
              </a:tblPr>
              <a:tblGrid>
                <a:gridCol w="1642311">
                  <a:extLst>
                    <a:ext uri="{9D8B030D-6E8A-4147-A177-3AD203B41FA5}">
                      <a16:colId xmlns:a16="http://schemas.microsoft.com/office/drawing/2014/main" val="3304777133"/>
                    </a:ext>
                  </a:extLst>
                </a:gridCol>
                <a:gridCol w="1366432">
                  <a:extLst>
                    <a:ext uri="{9D8B030D-6E8A-4147-A177-3AD203B41FA5}">
                      <a16:colId xmlns:a16="http://schemas.microsoft.com/office/drawing/2014/main" val="1922912490"/>
                    </a:ext>
                  </a:extLst>
                </a:gridCol>
                <a:gridCol w="1299776">
                  <a:extLst>
                    <a:ext uri="{9D8B030D-6E8A-4147-A177-3AD203B41FA5}">
                      <a16:colId xmlns:a16="http://schemas.microsoft.com/office/drawing/2014/main" val="4036834158"/>
                    </a:ext>
                  </a:extLst>
                </a:gridCol>
                <a:gridCol w="1320144">
                  <a:extLst>
                    <a:ext uri="{9D8B030D-6E8A-4147-A177-3AD203B41FA5}">
                      <a16:colId xmlns:a16="http://schemas.microsoft.com/office/drawing/2014/main" val="817744841"/>
                    </a:ext>
                  </a:extLst>
                </a:gridCol>
              </a:tblGrid>
              <a:tr h="301592">
                <a:tc gridSpan="4">
                  <a:txBody>
                    <a:bodyPr/>
                    <a:lstStyle/>
                    <a:p>
                      <a:pPr algn="ctr"/>
                      <a:r>
                        <a:rPr lang="it-IT" dirty="0">
                          <a:latin typeface="+mn-lt"/>
                          <a:ea typeface="Cambria Math" panose="02040503050406030204" pitchFamily="18" charset="0"/>
                        </a:rPr>
                        <a:t>PREZZO UNITARIO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riblet"/>
                      <a:lightRig rig="flood" dir="t"/>
                    </a:cell3D>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53469"/>
                  </a:ext>
                </a:extLst>
              </a:tr>
              <a:tr h="301592">
                <a:tc>
                  <a:txBody>
                    <a:bodyPr/>
                    <a:lstStyle/>
                    <a:p>
                      <a:pPr algn="ctr"/>
                      <a:endParaRPr lang="it-IT" b="1" dirty="0">
                        <a:latin typeface="+mn-lt"/>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5869041"/>
                  </a:ext>
                </a:extLst>
              </a:tr>
              <a:tr h="527785">
                <a:tc>
                  <a:txBody>
                    <a:bodyPr/>
                    <a:lstStyle/>
                    <a:p>
                      <a:pPr algn="ctr"/>
                      <a:r>
                        <a:rPr lang="it-IT" b="1" dirty="0">
                          <a:latin typeface="+mn-lt"/>
                          <a:ea typeface="Cambria Math" panose="02040503050406030204" pitchFamily="18" charset="0"/>
                        </a:rPr>
                        <a:t>Prezzo medio unitario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10,00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10,00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10,00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042671"/>
                  </a:ext>
                </a:extLst>
              </a:tr>
            </a:tbl>
          </a:graphicData>
        </a:graphic>
      </p:graphicFrame>
      <p:graphicFrame>
        <p:nvGraphicFramePr>
          <p:cNvPr id="8" name="Tabella 7">
            <a:extLst>
              <a:ext uri="{FF2B5EF4-FFF2-40B4-BE49-F238E27FC236}">
                <a16:creationId xmlns:a16="http://schemas.microsoft.com/office/drawing/2014/main" id="{8CDC3056-2EB5-C56B-F316-98F8E1A4FDCA}"/>
              </a:ext>
            </a:extLst>
          </p:cNvPr>
          <p:cNvGraphicFramePr>
            <a:graphicFrameLocks noGrp="1"/>
          </p:cNvGraphicFramePr>
          <p:nvPr>
            <p:extLst>
              <p:ext uri="{D42A27DB-BD31-4B8C-83A1-F6EECF244321}">
                <p14:modId xmlns:p14="http://schemas.microsoft.com/office/powerpoint/2010/main" val="4267294138"/>
              </p:ext>
            </p:extLst>
          </p:nvPr>
        </p:nvGraphicFramePr>
        <p:xfrm>
          <a:off x="265313" y="996343"/>
          <a:ext cx="5628660" cy="1432560"/>
        </p:xfrm>
        <a:graphic>
          <a:graphicData uri="http://schemas.openxmlformats.org/drawingml/2006/table">
            <a:tbl>
              <a:tblPr firstRow="1" bandRow="1">
                <a:tableStyleId>{EB9631B5-78F2-41C9-869B-9F39066F8104}</a:tableStyleId>
              </a:tblPr>
              <a:tblGrid>
                <a:gridCol w="1407165">
                  <a:extLst>
                    <a:ext uri="{9D8B030D-6E8A-4147-A177-3AD203B41FA5}">
                      <a16:colId xmlns:a16="http://schemas.microsoft.com/office/drawing/2014/main" val="3304777133"/>
                    </a:ext>
                  </a:extLst>
                </a:gridCol>
                <a:gridCol w="1407165">
                  <a:extLst>
                    <a:ext uri="{9D8B030D-6E8A-4147-A177-3AD203B41FA5}">
                      <a16:colId xmlns:a16="http://schemas.microsoft.com/office/drawing/2014/main" val="1922912490"/>
                    </a:ext>
                  </a:extLst>
                </a:gridCol>
                <a:gridCol w="1407165">
                  <a:extLst>
                    <a:ext uri="{9D8B030D-6E8A-4147-A177-3AD203B41FA5}">
                      <a16:colId xmlns:a16="http://schemas.microsoft.com/office/drawing/2014/main" val="4036834158"/>
                    </a:ext>
                  </a:extLst>
                </a:gridCol>
                <a:gridCol w="1407165">
                  <a:extLst>
                    <a:ext uri="{9D8B030D-6E8A-4147-A177-3AD203B41FA5}">
                      <a16:colId xmlns:a16="http://schemas.microsoft.com/office/drawing/2014/main" val="817744841"/>
                    </a:ext>
                  </a:extLst>
                </a:gridCol>
              </a:tblGrid>
              <a:tr h="323845">
                <a:tc gridSpan="4">
                  <a:txBody>
                    <a:bodyPr/>
                    <a:lstStyle/>
                    <a:p>
                      <a:pPr algn="ctr"/>
                      <a:r>
                        <a:rPr lang="it-IT" dirty="0">
                          <a:latin typeface="+mn-lt"/>
                          <a:ea typeface="Cambria Math" panose="02040503050406030204" pitchFamily="18" charset="0"/>
                        </a:rPr>
                        <a:t>QUANTITA’ (POTENZIALE DI VENDITA)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riblet"/>
                      <a:lightRig rig="flood" dir="t"/>
                    </a:cell3D>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53469"/>
                  </a:ext>
                </a:extLst>
              </a:tr>
              <a:tr h="323845">
                <a:tc>
                  <a:txBody>
                    <a:bodyPr/>
                    <a:lstStyle/>
                    <a:p>
                      <a:pPr algn="ctr"/>
                      <a:endParaRPr lang="it-IT" b="1" dirty="0">
                        <a:latin typeface="+mn-lt"/>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5869041"/>
                  </a:ext>
                </a:extLst>
              </a:tr>
              <a:tr h="296858">
                <a:tc>
                  <a:txBody>
                    <a:bodyPr/>
                    <a:lstStyle/>
                    <a:p>
                      <a:pPr algn="ctr"/>
                      <a:r>
                        <a:rPr lang="it-IT" sz="1600" dirty="0">
                          <a:latin typeface="+mn-lt"/>
                          <a:ea typeface="Cambria Math" panose="02040503050406030204" pitchFamily="18" charset="0"/>
                        </a:rPr>
                        <a:t>N° bottiglie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dirty="0">
                          <a:latin typeface="+mn-lt"/>
                          <a:ea typeface="Cambria Math" panose="02040503050406030204" pitchFamily="18" charset="0"/>
                        </a:rPr>
                        <a:t>1.728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dirty="0">
                          <a:latin typeface="+mn-lt"/>
                          <a:ea typeface="Cambria Math" panose="02040503050406030204" pitchFamily="18" charset="0"/>
                        </a:rPr>
                        <a:t>2.160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dirty="0">
                          <a:latin typeface="+mn-lt"/>
                          <a:ea typeface="Cambria Math" panose="02040503050406030204" pitchFamily="18" charset="0"/>
                        </a:rPr>
                        <a:t>3.024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9485064"/>
                  </a:ext>
                </a:extLst>
              </a:tr>
              <a:tr h="323845">
                <a:tc>
                  <a:txBody>
                    <a:bodyPr/>
                    <a:lstStyle/>
                    <a:p>
                      <a:pPr algn="ctr"/>
                      <a:r>
                        <a:rPr lang="it-IT" b="1" dirty="0">
                          <a:latin typeface="+mn-lt"/>
                          <a:ea typeface="Cambria Math" panose="02040503050406030204" pitchFamily="18" charset="0"/>
                        </a:rPr>
                        <a:t>TOTALE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1.728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2.160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3.024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042671"/>
                  </a:ext>
                </a:extLst>
              </a:tr>
            </a:tbl>
          </a:graphicData>
        </a:graphic>
      </p:graphicFrame>
      <p:graphicFrame>
        <p:nvGraphicFramePr>
          <p:cNvPr id="9" name="Tabella 7">
            <a:extLst>
              <a:ext uri="{FF2B5EF4-FFF2-40B4-BE49-F238E27FC236}">
                <a16:creationId xmlns:a16="http://schemas.microsoft.com/office/drawing/2014/main" id="{21903D24-8FAF-DCD0-4140-49BE05C3E45D}"/>
              </a:ext>
            </a:extLst>
          </p:cNvPr>
          <p:cNvGraphicFramePr>
            <a:graphicFrameLocks noGrp="1"/>
          </p:cNvGraphicFramePr>
          <p:nvPr>
            <p:extLst>
              <p:ext uri="{D42A27DB-BD31-4B8C-83A1-F6EECF244321}">
                <p14:modId xmlns:p14="http://schemas.microsoft.com/office/powerpoint/2010/main" val="1998550746"/>
              </p:ext>
            </p:extLst>
          </p:nvPr>
        </p:nvGraphicFramePr>
        <p:xfrm>
          <a:off x="3785012" y="4692633"/>
          <a:ext cx="5724356" cy="1683228"/>
        </p:xfrm>
        <a:graphic>
          <a:graphicData uri="http://schemas.openxmlformats.org/drawingml/2006/table">
            <a:tbl>
              <a:tblPr firstRow="1" bandRow="1">
                <a:tableStyleId>{EB9631B5-78F2-41C9-869B-9F39066F8104}</a:tableStyleId>
              </a:tblPr>
              <a:tblGrid>
                <a:gridCol w="1431089">
                  <a:extLst>
                    <a:ext uri="{9D8B030D-6E8A-4147-A177-3AD203B41FA5}">
                      <a16:colId xmlns:a16="http://schemas.microsoft.com/office/drawing/2014/main" val="3304777133"/>
                    </a:ext>
                  </a:extLst>
                </a:gridCol>
                <a:gridCol w="1431089">
                  <a:extLst>
                    <a:ext uri="{9D8B030D-6E8A-4147-A177-3AD203B41FA5}">
                      <a16:colId xmlns:a16="http://schemas.microsoft.com/office/drawing/2014/main" val="1922912490"/>
                    </a:ext>
                  </a:extLst>
                </a:gridCol>
                <a:gridCol w="1431089">
                  <a:extLst>
                    <a:ext uri="{9D8B030D-6E8A-4147-A177-3AD203B41FA5}">
                      <a16:colId xmlns:a16="http://schemas.microsoft.com/office/drawing/2014/main" val="4036834158"/>
                    </a:ext>
                  </a:extLst>
                </a:gridCol>
                <a:gridCol w="1431089">
                  <a:extLst>
                    <a:ext uri="{9D8B030D-6E8A-4147-A177-3AD203B41FA5}">
                      <a16:colId xmlns:a16="http://schemas.microsoft.com/office/drawing/2014/main" val="817744841"/>
                    </a:ext>
                  </a:extLst>
                </a:gridCol>
              </a:tblGrid>
              <a:tr h="420807">
                <a:tc gridSpan="4">
                  <a:txBody>
                    <a:bodyPr/>
                    <a:lstStyle/>
                    <a:p>
                      <a:pPr algn="ctr"/>
                      <a:r>
                        <a:rPr lang="it-IT" dirty="0">
                          <a:latin typeface="Cambria Math" panose="02040503050406030204" pitchFamily="18" charset="0"/>
                          <a:ea typeface="Cambria Math" panose="02040503050406030204" pitchFamily="18" charset="0"/>
                        </a:rPr>
                        <a:t>FATTURATO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riblet"/>
                      <a:lightRig rig="flood" dir="t"/>
                    </a:cell3D>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553469"/>
                  </a:ext>
                </a:extLst>
              </a:tr>
              <a:tr h="420807">
                <a:tc>
                  <a:txBody>
                    <a:bodyPr/>
                    <a:lstStyle/>
                    <a:p>
                      <a:pPr algn="ctr"/>
                      <a:r>
                        <a:rPr lang="it-IT" b="1" dirty="0">
                          <a:latin typeface="+mn-lt"/>
                          <a:ea typeface="Cambria Math" panose="02040503050406030204" pitchFamily="18" charset="0"/>
                        </a:rPr>
                        <a:t>Descrizione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5869041"/>
                  </a:ext>
                </a:extLst>
              </a:tr>
              <a:tr h="420807">
                <a:tc>
                  <a:txBody>
                    <a:bodyPr/>
                    <a:lstStyle/>
                    <a:p>
                      <a:pPr algn="ctr"/>
                      <a:r>
                        <a:rPr lang="it-IT" dirty="0">
                          <a:latin typeface="+mn-lt"/>
                          <a:ea typeface="Cambria Math" panose="02040503050406030204" pitchFamily="18" charset="0"/>
                        </a:rPr>
                        <a:t>E-commerce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latin typeface="+mn-lt"/>
                          <a:ea typeface="Cambria Math" panose="02040503050406030204" pitchFamily="18" charset="0"/>
                        </a:rPr>
                        <a:t>17.280,00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latin typeface="+mn-lt"/>
                          <a:ea typeface="Cambria Math" panose="02040503050406030204" pitchFamily="18" charset="0"/>
                        </a:rPr>
                        <a:t>21.600,00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dirty="0">
                          <a:latin typeface="+mn-lt"/>
                          <a:ea typeface="Cambria Math" panose="02040503050406030204" pitchFamily="18" charset="0"/>
                        </a:rPr>
                        <a:t>30.240,00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9485064"/>
                  </a:ext>
                </a:extLst>
              </a:tr>
              <a:tr h="420807">
                <a:tc>
                  <a:txBody>
                    <a:bodyPr/>
                    <a:lstStyle/>
                    <a:p>
                      <a:pPr algn="ctr"/>
                      <a:r>
                        <a:rPr lang="it-IT" b="1" dirty="0">
                          <a:latin typeface="+mn-lt"/>
                          <a:ea typeface="Cambria Math" panose="02040503050406030204" pitchFamily="18" charset="0"/>
                        </a:rPr>
                        <a:t>TOTALE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17.280,00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21.600,00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b="1" dirty="0">
                          <a:latin typeface="+mn-lt"/>
                          <a:ea typeface="Cambria Math" panose="02040503050406030204" pitchFamily="18" charset="0"/>
                        </a:rPr>
                        <a:t>30.240,00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042671"/>
                  </a:ext>
                </a:extLst>
              </a:tr>
            </a:tbl>
          </a:graphicData>
        </a:graphic>
      </p:graphicFrame>
      <p:sp>
        <p:nvSpPr>
          <p:cNvPr id="5" name="CasellaDiTesto 4">
            <a:extLst>
              <a:ext uri="{FF2B5EF4-FFF2-40B4-BE49-F238E27FC236}">
                <a16:creationId xmlns:a16="http://schemas.microsoft.com/office/drawing/2014/main" id="{15F3ACBA-2AB8-5B09-A5DF-8665FC4182CF}"/>
              </a:ext>
            </a:extLst>
          </p:cNvPr>
          <p:cNvSpPr txBox="1"/>
          <p:nvPr/>
        </p:nvSpPr>
        <p:spPr>
          <a:xfrm>
            <a:off x="6108433" y="818958"/>
            <a:ext cx="3458003" cy="3970318"/>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Grazie all’e-commerce nel primo anno si stima di riuscire a vendere una media di 8 cartoni al mese.</a:t>
            </a:r>
          </a:p>
          <a:p>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Considerando che in ogni cartone vi sono 18 bottiglie, </a:t>
            </a:r>
            <a:r>
              <a:rPr lang="it-IT" dirty="0">
                <a:latin typeface="Palatino Linotype" panose="02040502050505030304" pitchFamily="18" charset="0"/>
                <a:sym typeface="Wingdings" pitchFamily="2" charset="2"/>
              </a:rPr>
              <a:t>ne</a:t>
            </a:r>
            <a:r>
              <a:rPr lang="it-IT" dirty="0">
                <a:latin typeface="Palatino Linotype" panose="02040502050505030304" pitchFamily="18" charset="0"/>
              </a:rPr>
              <a:t>l primo anno stimiamo una vendita di 1728 bottiglie.</a:t>
            </a:r>
          </a:p>
          <a:p>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Ipotizzando un costo medio a bottiglia di 10,00 € ;</a:t>
            </a:r>
          </a:p>
          <a:p>
            <a:endParaRPr lang="it-IT" dirty="0">
              <a:latin typeface="Palatino Linotype" panose="02040502050505030304" pitchFamily="18" charset="0"/>
            </a:endParaRPr>
          </a:p>
          <a:p>
            <a:endParaRPr lang="it-IT" b="1" dirty="0"/>
          </a:p>
        </p:txBody>
      </p:sp>
      <p:pic>
        <p:nvPicPr>
          <p:cNvPr id="11" name="image2.png">
            <a:extLst>
              <a:ext uri="{FF2B5EF4-FFF2-40B4-BE49-F238E27FC236}">
                <a16:creationId xmlns:a16="http://schemas.microsoft.com/office/drawing/2014/main" id="{40275105-42D3-D961-D3FB-6FE68A1D51E8}"/>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12" name="Immagine 11" descr="Immagine che contiene logo&#10;&#10;Descrizione generata automaticamente">
            <a:extLst>
              <a:ext uri="{FF2B5EF4-FFF2-40B4-BE49-F238E27FC236}">
                <a16:creationId xmlns:a16="http://schemas.microsoft.com/office/drawing/2014/main" id="{9D265C48-6E3F-E6D3-940D-B15D8819B44D}"/>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2" name="CasellaDiTesto 1">
            <a:extLst>
              <a:ext uri="{FF2B5EF4-FFF2-40B4-BE49-F238E27FC236}">
                <a16:creationId xmlns:a16="http://schemas.microsoft.com/office/drawing/2014/main" id="{8AE69FE0-DD7C-4CCE-B388-385B1BF41F23}"/>
              </a:ext>
            </a:extLst>
          </p:cNvPr>
          <p:cNvSpPr txBox="1"/>
          <p:nvPr/>
        </p:nvSpPr>
        <p:spPr>
          <a:xfrm>
            <a:off x="1096104" y="4774019"/>
            <a:ext cx="2531516" cy="2031325"/>
          </a:xfrm>
          <a:prstGeom prst="rect">
            <a:avLst/>
          </a:prstGeom>
          <a:noFill/>
        </p:spPr>
        <p:txBody>
          <a:bodyPr wrap="square" rtlCol="0">
            <a:spAutoFit/>
          </a:bodyPr>
          <a:lstStyle/>
          <a:p>
            <a:r>
              <a:rPr lang="it-IT" b="1" dirty="0">
                <a:latin typeface="Palatino Linotype" panose="02040502050505030304" pitchFamily="18" charset="0"/>
              </a:rPr>
              <a:t>Si riportano le seguenti proiezioni di vendita, con un tasso di crescita  del 25%, circa, per i due anni successivi.</a:t>
            </a:r>
          </a:p>
          <a:p>
            <a:endParaRPr lang="it-IT" dirty="0"/>
          </a:p>
        </p:txBody>
      </p:sp>
      <p:sp>
        <p:nvSpPr>
          <p:cNvPr id="10" name="Freccia destra con strisce 9">
            <a:extLst>
              <a:ext uri="{FF2B5EF4-FFF2-40B4-BE49-F238E27FC236}">
                <a16:creationId xmlns:a16="http://schemas.microsoft.com/office/drawing/2014/main" id="{4ABEE4F8-66C3-D8ED-F8C1-C4488D86A0BF}"/>
              </a:ext>
            </a:extLst>
          </p:cNvPr>
          <p:cNvSpPr/>
          <p:nvPr/>
        </p:nvSpPr>
        <p:spPr>
          <a:xfrm>
            <a:off x="236963" y="4774019"/>
            <a:ext cx="701749" cy="1520456"/>
          </a:xfrm>
          <a:prstGeom prst="stripedRightArrow">
            <a:avLst/>
          </a:prstGeom>
          <a:solidFill>
            <a:schemeClr val="bg2"/>
          </a:solidFill>
          <a:ln>
            <a:solidFill>
              <a:srgbClr val="FFC00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345476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vetro, contenitore, Bicchiere di vino, rosso&#10;&#10;Descrizione generata automaticamente">
            <a:extLst>
              <a:ext uri="{FF2B5EF4-FFF2-40B4-BE49-F238E27FC236}">
                <a16:creationId xmlns:a16="http://schemas.microsoft.com/office/drawing/2014/main" id="{AA23E653-69BD-39A1-10BF-61EA90E95ADC}"/>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201000" y="1429512"/>
            <a:ext cx="5306948" cy="464915"/>
          </a:xfrm>
          <a:effectLst>
            <a:outerShdw blurRad="50800" dist="38100" dir="8100000" algn="tr" rotWithShape="0">
              <a:prstClr val="black">
                <a:alpha val="40000"/>
              </a:prstClr>
            </a:outerShdw>
          </a:effectLst>
        </p:spPr>
        <p:txBody>
          <a:bodyPr>
            <a:noAutofit/>
          </a:bodyPr>
          <a:lstStyle/>
          <a:p>
            <a:pPr algn="ctr"/>
            <a:r>
              <a:rPr lang="it-IT" sz="1800" b="1" u="sng" dirty="0">
                <a:latin typeface="Century" panose="02040604050505020304" pitchFamily="18" charset="0"/>
              </a:rPr>
              <a:t>PIANO DI COMUNICAZIONE</a:t>
            </a:r>
          </a:p>
        </p:txBody>
      </p:sp>
      <p:graphicFrame>
        <p:nvGraphicFramePr>
          <p:cNvPr id="15" name="Tabella 15">
            <a:extLst>
              <a:ext uri="{FF2B5EF4-FFF2-40B4-BE49-F238E27FC236}">
                <a16:creationId xmlns:a16="http://schemas.microsoft.com/office/drawing/2014/main" id="{C22CC573-F4A2-2DD1-ABC5-6EAAF5C062DA}"/>
              </a:ext>
            </a:extLst>
          </p:cNvPr>
          <p:cNvGraphicFramePr>
            <a:graphicFrameLocks noGrp="1"/>
          </p:cNvGraphicFramePr>
          <p:nvPr>
            <p:extLst>
              <p:ext uri="{D42A27DB-BD31-4B8C-83A1-F6EECF244321}">
                <p14:modId xmlns:p14="http://schemas.microsoft.com/office/powerpoint/2010/main" val="602671625"/>
              </p:ext>
            </p:extLst>
          </p:nvPr>
        </p:nvGraphicFramePr>
        <p:xfrm>
          <a:off x="749839" y="2116086"/>
          <a:ext cx="7982680" cy="1584960"/>
        </p:xfrm>
        <a:graphic>
          <a:graphicData uri="http://schemas.openxmlformats.org/drawingml/2006/table">
            <a:tbl>
              <a:tblPr firstRow="1" bandRow="1">
                <a:tableStyleId>{6E25E649-3F16-4E02-A733-19D2CDBF48F0}</a:tableStyleId>
              </a:tblPr>
              <a:tblGrid>
                <a:gridCol w="2697507">
                  <a:extLst>
                    <a:ext uri="{9D8B030D-6E8A-4147-A177-3AD203B41FA5}">
                      <a16:colId xmlns:a16="http://schemas.microsoft.com/office/drawing/2014/main" val="615876903"/>
                    </a:ext>
                  </a:extLst>
                </a:gridCol>
                <a:gridCol w="1796103">
                  <a:extLst>
                    <a:ext uri="{9D8B030D-6E8A-4147-A177-3AD203B41FA5}">
                      <a16:colId xmlns:a16="http://schemas.microsoft.com/office/drawing/2014/main" val="292946620"/>
                    </a:ext>
                  </a:extLst>
                </a:gridCol>
                <a:gridCol w="1809711">
                  <a:extLst>
                    <a:ext uri="{9D8B030D-6E8A-4147-A177-3AD203B41FA5}">
                      <a16:colId xmlns:a16="http://schemas.microsoft.com/office/drawing/2014/main" val="1128504005"/>
                    </a:ext>
                  </a:extLst>
                </a:gridCol>
                <a:gridCol w="1679359">
                  <a:extLst>
                    <a:ext uri="{9D8B030D-6E8A-4147-A177-3AD203B41FA5}">
                      <a16:colId xmlns:a16="http://schemas.microsoft.com/office/drawing/2014/main" val="343111585"/>
                    </a:ext>
                  </a:extLst>
                </a:gridCol>
              </a:tblGrid>
              <a:tr h="247920">
                <a:tc>
                  <a:txBody>
                    <a:bodyPr/>
                    <a:lstStyle/>
                    <a:p>
                      <a:r>
                        <a:rPr lang="it-IT" sz="1600" b="1" dirty="0">
                          <a:latin typeface="+mn-lt"/>
                        </a:rPr>
                        <a:t>ATTIVITA’ DI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a:txBody>
                    <a:bodyPr/>
                    <a:lstStyle/>
                    <a:p>
                      <a:pPr algn="ctr"/>
                      <a:r>
                        <a:rPr lang="it-IT" sz="1600" dirty="0">
                          <a:latin typeface="+mn-lt"/>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a:txBody>
                    <a:bodyPr/>
                    <a:lstStyle/>
                    <a:p>
                      <a:pPr algn="ctr"/>
                      <a:r>
                        <a:rPr lang="it-IT" sz="1600" dirty="0">
                          <a:latin typeface="+mn-lt"/>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a:txBody>
                    <a:bodyPr/>
                    <a:lstStyle/>
                    <a:p>
                      <a:pPr algn="ctr"/>
                      <a:r>
                        <a:rPr lang="it-IT" sz="1600" dirty="0">
                          <a:latin typeface="+mn-lt"/>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extLst>
                  <a:ext uri="{0D108BD9-81ED-4DB2-BD59-A6C34878D82A}">
                    <a16:rowId xmlns:a16="http://schemas.microsoft.com/office/drawing/2014/main" val="4264821204"/>
                  </a:ext>
                </a:extLst>
              </a:tr>
              <a:tr h="225382">
                <a:tc>
                  <a:txBody>
                    <a:bodyPr/>
                    <a:lstStyle/>
                    <a:p>
                      <a:r>
                        <a:rPr lang="it-IT" sz="1600" b="1" dirty="0">
                          <a:latin typeface="+mn-lt"/>
                          <a:ea typeface="Cambria Math" panose="02040503050406030204" pitchFamily="18" charset="0"/>
                        </a:rPr>
                        <a:t>Partecipazione a fiere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1.300,00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1.700,00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2.000,00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515971"/>
                  </a:ext>
                </a:extLst>
              </a:tr>
              <a:tr h="495809">
                <a:tc>
                  <a:txBody>
                    <a:bodyPr/>
                    <a:lstStyle/>
                    <a:p>
                      <a:r>
                        <a:rPr lang="it-IT" sz="1600" b="1" dirty="0">
                          <a:latin typeface="+mn-lt"/>
                          <a:ea typeface="Cambria Math" panose="02040503050406030204" pitchFamily="18" charset="0"/>
                        </a:rPr>
                        <a:t>Promozioni canali social: Instagram e Facebook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1.300,00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1.000,00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0" dirty="0">
                          <a:latin typeface="+mn-lt"/>
                          <a:ea typeface="Cambria Math" panose="02040503050406030204" pitchFamily="18" charset="0"/>
                        </a:rPr>
                        <a:t>800,00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5908156"/>
                  </a:ext>
                </a:extLst>
              </a:tr>
              <a:tr h="247920">
                <a:tc>
                  <a:txBody>
                    <a:bodyPr/>
                    <a:lstStyle/>
                    <a:p>
                      <a:r>
                        <a:rPr lang="it-IT" sz="1600" b="1" dirty="0">
                          <a:solidFill>
                            <a:srgbClr val="FF0000"/>
                          </a:solidFill>
                          <a:latin typeface="+mn-lt"/>
                          <a:ea typeface="Cambria Math" panose="02040503050406030204" pitchFamily="18" charset="0"/>
                        </a:rPr>
                        <a:t>TOTALE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1" dirty="0">
                          <a:solidFill>
                            <a:srgbClr val="FF0000"/>
                          </a:solidFill>
                          <a:latin typeface="+mn-lt"/>
                          <a:ea typeface="Cambria Math" panose="02040503050406030204" pitchFamily="18" charset="0"/>
                        </a:rPr>
                        <a:t>2.600,00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1" dirty="0">
                          <a:solidFill>
                            <a:srgbClr val="FF0000"/>
                          </a:solidFill>
                          <a:latin typeface="+mn-lt"/>
                          <a:ea typeface="Cambria Math" panose="02040503050406030204" pitchFamily="18" charset="0"/>
                        </a:rPr>
                        <a:t>2.500,00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1" dirty="0">
                          <a:solidFill>
                            <a:srgbClr val="FF0000"/>
                          </a:solidFill>
                          <a:latin typeface="+mn-lt"/>
                          <a:ea typeface="Cambria Math" panose="02040503050406030204" pitchFamily="18" charset="0"/>
                        </a:rPr>
                        <a:t>2.800,00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473918"/>
                  </a:ext>
                </a:extLst>
              </a:tr>
            </a:tbl>
          </a:graphicData>
        </a:graphic>
      </p:graphicFrame>
      <p:sp>
        <p:nvSpPr>
          <p:cNvPr id="3" name="CasellaDiTesto 2">
            <a:extLst>
              <a:ext uri="{FF2B5EF4-FFF2-40B4-BE49-F238E27FC236}">
                <a16:creationId xmlns:a16="http://schemas.microsoft.com/office/drawing/2014/main" id="{014F69DB-A326-4DFC-ED58-0E098D2D14FE}"/>
              </a:ext>
            </a:extLst>
          </p:cNvPr>
          <p:cNvSpPr txBox="1"/>
          <p:nvPr/>
        </p:nvSpPr>
        <p:spPr>
          <a:xfrm rot="10800000" flipV="1">
            <a:off x="447734" y="4245523"/>
            <a:ext cx="8586890" cy="2400657"/>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In un mercato sempre più affollato di competitors per riuscire a emergere è fondamentale riuscire ad adottare efficaci strategie di marketing.</a:t>
            </a:r>
          </a:p>
          <a:p>
            <a:pPr marL="285750" indent="-285750">
              <a:buFont typeface="Wingdings" pitchFamily="2" charset="2"/>
              <a:buChar char="v"/>
            </a:pPr>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Servono lungimiranza e flessibilità.</a:t>
            </a:r>
          </a:p>
          <a:p>
            <a:pPr marL="285750" indent="-285750">
              <a:buFont typeface="Wingdings" pitchFamily="2" charset="2"/>
              <a:buChar char="v"/>
            </a:pPr>
            <a:endParaRPr lang="it-IT" dirty="0"/>
          </a:p>
          <a:p>
            <a:pPr marL="285750" indent="-285750">
              <a:buFont typeface="Wingdings" pitchFamily="2" charset="2"/>
              <a:buChar char="v"/>
            </a:pPr>
            <a:endParaRPr lang="it-IT" dirty="0"/>
          </a:p>
          <a:p>
            <a:endParaRPr lang="it-IT" sz="2400" dirty="0"/>
          </a:p>
          <a:p>
            <a:endParaRPr lang="it-IT" dirty="0"/>
          </a:p>
        </p:txBody>
      </p:sp>
      <p:pic>
        <p:nvPicPr>
          <p:cNvPr id="8" name="image2.png">
            <a:extLst>
              <a:ext uri="{FF2B5EF4-FFF2-40B4-BE49-F238E27FC236}">
                <a16:creationId xmlns:a16="http://schemas.microsoft.com/office/drawing/2014/main" id="{79384D05-B276-1E00-651A-1DD3D8121709}"/>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9" name="Immagine 8" descr="Immagine che contiene logo&#10;&#10;Descrizione generata automaticamente">
            <a:extLst>
              <a:ext uri="{FF2B5EF4-FFF2-40B4-BE49-F238E27FC236}">
                <a16:creationId xmlns:a16="http://schemas.microsoft.com/office/drawing/2014/main" id="{07BC7C14-AF89-7AE3-56BA-BA9B05613E3F}"/>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C22B9DC3-300B-87A4-50CE-E5E18E9DEF68}"/>
              </a:ext>
            </a:extLst>
          </p:cNvPr>
          <p:cNvSpPr txBox="1"/>
          <p:nvPr/>
        </p:nvSpPr>
        <p:spPr>
          <a:xfrm>
            <a:off x="1192954" y="5655892"/>
            <a:ext cx="7443216" cy="769441"/>
          </a:xfrm>
          <a:prstGeom prst="rect">
            <a:avLst/>
          </a:prstGeom>
          <a:noFill/>
        </p:spPr>
        <p:txBody>
          <a:bodyPr wrap="square">
            <a:spAutoFit/>
          </a:bodyPr>
          <a:lstStyle/>
          <a:p>
            <a:endParaRPr lang="it-IT" sz="2000" dirty="0"/>
          </a:p>
          <a:p>
            <a:pPr algn="ctr"/>
            <a:r>
              <a:rPr lang="it-IT" sz="2400" b="1" i="1" dirty="0">
                <a:latin typeface="Palatino Linotype" panose="02040502050505030304" pitchFamily="18" charset="0"/>
              </a:rPr>
              <a:t>»Saper raccontare il vino equivale a saperlo vendere»</a:t>
            </a:r>
          </a:p>
        </p:txBody>
      </p:sp>
      <p:sp>
        <p:nvSpPr>
          <p:cNvPr id="2" name="Titolo 6">
            <a:extLst>
              <a:ext uri="{FF2B5EF4-FFF2-40B4-BE49-F238E27FC236}">
                <a16:creationId xmlns:a16="http://schemas.microsoft.com/office/drawing/2014/main" id="{70B6F909-DE15-A604-ECDE-FCC1DAD84791}"/>
              </a:ext>
            </a:extLst>
          </p:cNvPr>
          <p:cNvSpPr txBox="1">
            <a:spLocks/>
          </p:cNvSpPr>
          <p:nvPr/>
        </p:nvSpPr>
        <p:spPr>
          <a:xfrm>
            <a:off x="1394454" y="338935"/>
            <a:ext cx="7854961" cy="5461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3200" b="1" dirty="0">
                <a:latin typeface="Cambria Math" panose="02040503050406030204" pitchFamily="18" charset="0"/>
                <a:ea typeface="Cambria Math" panose="02040503050406030204" pitchFamily="18" charset="0"/>
              </a:rPr>
              <a:t>ANALISI FATTIBILITA’ DI MERCATO</a:t>
            </a:r>
          </a:p>
        </p:txBody>
      </p:sp>
    </p:spTree>
    <p:extLst>
      <p:ext uri="{BB962C8B-B14F-4D97-AF65-F5344CB8AC3E}">
        <p14:creationId xmlns:p14="http://schemas.microsoft.com/office/powerpoint/2010/main" val="8970295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Immagine che contiene vetro, contenitore, Bicchiere di vino, rosso&#10;&#10;Descrizione generata automaticamente">
            <a:extLst>
              <a:ext uri="{FF2B5EF4-FFF2-40B4-BE49-F238E27FC236}">
                <a16:creationId xmlns:a16="http://schemas.microsoft.com/office/drawing/2014/main" id="{6F4F3B66-C36B-C3BD-C51C-9E6A79CE5576}"/>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pic>
        <p:nvPicPr>
          <p:cNvPr id="7" name="image2.png">
            <a:extLst>
              <a:ext uri="{FF2B5EF4-FFF2-40B4-BE49-F238E27FC236}">
                <a16:creationId xmlns:a16="http://schemas.microsoft.com/office/drawing/2014/main" id="{DFF8CD0F-38CA-240D-0E25-490D7A5941EB}"/>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2A1D953D-71E8-E981-FCEA-5B844A1A1AD4}"/>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graphicFrame>
        <p:nvGraphicFramePr>
          <p:cNvPr id="5" name="Tabella 12">
            <a:extLst>
              <a:ext uri="{FF2B5EF4-FFF2-40B4-BE49-F238E27FC236}">
                <a16:creationId xmlns:a16="http://schemas.microsoft.com/office/drawing/2014/main" id="{6E64CA5E-9F81-640D-E8CA-8FEEE17E1DDD}"/>
              </a:ext>
            </a:extLst>
          </p:cNvPr>
          <p:cNvGraphicFramePr>
            <a:graphicFrameLocks noGrp="1"/>
          </p:cNvGraphicFramePr>
          <p:nvPr>
            <p:extLst>
              <p:ext uri="{D42A27DB-BD31-4B8C-83A1-F6EECF244321}">
                <p14:modId xmlns:p14="http://schemas.microsoft.com/office/powerpoint/2010/main" val="797596283"/>
              </p:ext>
            </p:extLst>
          </p:nvPr>
        </p:nvGraphicFramePr>
        <p:xfrm>
          <a:off x="384680" y="1346320"/>
          <a:ext cx="8999620" cy="5013745"/>
        </p:xfrm>
        <a:graphic>
          <a:graphicData uri="http://schemas.openxmlformats.org/drawingml/2006/table">
            <a:tbl>
              <a:tblPr firstRow="1" bandRow="1">
                <a:tableStyleId>{EB9631B5-78F2-41C9-869B-9F39066F8104}</a:tableStyleId>
              </a:tblPr>
              <a:tblGrid>
                <a:gridCol w="4499810">
                  <a:extLst>
                    <a:ext uri="{9D8B030D-6E8A-4147-A177-3AD203B41FA5}">
                      <a16:colId xmlns:a16="http://schemas.microsoft.com/office/drawing/2014/main" val="1659509881"/>
                    </a:ext>
                  </a:extLst>
                </a:gridCol>
                <a:gridCol w="4499810">
                  <a:extLst>
                    <a:ext uri="{9D8B030D-6E8A-4147-A177-3AD203B41FA5}">
                      <a16:colId xmlns:a16="http://schemas.microsoft.com/office/drawing/2014/main" val="2921115946"/>
                    </a:ext>
                  </a:extLst>
                </a:gridCol>
              </a:tblGrid>
              <a:tr h="423399">
                <a:tc>
                  <a:txBody>
                    <a:bodyPr/>
                    <a:lstStyle/>
                    <a:p>
                      <a:r>
                        <a:rPr lang="it-IT" sz="2000" dirty="0">
                          <a:latin typeface="Cambria Math" panose="02040503050406030204" pitchFamily="18" charset="0"/>
                          <a:ea typeface="Cambria Math" panose="02040503050406030204" pitchFamily="18" charset="0"/>
                        </a:rPr>
                        <a:t>PUNTI DI FORZA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solidFill>
                  </a:tcPr>
                </a:tc>
                <a:tc>
                  <a:txBody>
                    <a:bodyPr/>
                    <a:lstStyle/>
                    <a:p>
                      <a:r>
                        <a:rPr lang="it-IT" sz="2000" dirty="0">
                          <a:latin typeface="Cambria Math" panose="02040503050406030204" pitchFamily="18" charset="0"/>
                          <a:ea typeface="Cambria Math" panose="02040503050406030204" pitchFamily="18" charset="0"/>
                        </a:rPr>
                        <a:t>PUNTI DI DEBOLEZZA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solidFill>
                  </a:tcPr>
                </a:tc>
                <a:extLst>
                  <a:ext uri="{0D108BD9-81ED-4DB2-BD59-A6C34878D82A}">
                    <a16:rowId xmlns:a16="http://schemas.microsoft.com/office/drawing/2014/main" val="1878336282"/>
                  </a:ext>
                </a:extLst>
              </a:tr>
              <a:tr h="2002051">
                <a:tc>
                  <a:txBody>
                    <a:bodyPr/>
                    <a:lstStyle/>
                    <a:p>
                      <a:pPr marL="342900" indent="-342900">
                        <a:lnSpc>
                          <a:spcPct val="150000"/>
                        </a:lnSpc>
                        <a:buFont typeface="Wingdings" pitchFamily="2" charset="2"/>
                        <a:buChar char="ü"/>
                      </a:pPr>
                      <a:r>
                        <a:rPr lang="it-IT" sz="2000" b="1" dirty="0">
                          <a:latin typeface="Cambria Math" panose="02040503050406030204" pitchFamily="18" charset="0"/>
                          <a:ea typeface="Cambria Math" panose="02040503050406030204" pitchFamily="18" charset="0"/>
                        </a:rPr>
                        <a:t>Alto tasso di crescita</a:t>
                      </a:r>
                    </a:p>
                    <a:p>
                      <a:pPr marL="342900" indent="-342900">
                        <a:lnSpc>
                          <a:spcPct val="150000"/>
                        </a:lnSpc>
                        <a:buFont typeface="Wingdings" pitchFamily="2" charset="2"/>
                        <a:buChar char="ü"/>
                      </a:pPr>
                      <a:r>
                        <a:rPr lang="it-IT" sz="2000" b="1" dirty="0">
                          <a:latin typeface="Cambria Math" panose="02040503050406030204" pitchFamily="18" charset="0"/>
                          <a:ea typeface="Cambria Math" panose="02040503050406030204" pitchFamily="18" charset="0"/>
                        </a:rPr>
                        <a:t>Elevata qualità dei prodotti offerti</a:t>
                      </a:r>
                    </a:p>
                    <a:p>
                      <a:pPr marL="342900" indent="-342900">
                        <a:lnSpc>
                          <a:spcPct val="150000"/>
                        </a:lnSpc>
                        <a:buFont typeface="Wingdings" pitchFamily="2" charset="2"/>
                        <a:buChar char="ü"/>
                      </a:pPr>
                      <a:r>
                        <a:rPr lang="it-IT" sz="2000" b="1" dirty="0">
                          <a:latin typeface="Cambria Math" panose="02040503050406030204" pitchFamily="18" charset="0"/>
                          <a:ea typeface="Cambria Math" panose="02040503050406030204" pitchFamily="18" charset="0"/>
                        </a:rPr>
                        <a:t>Sostenibilità e Innovazione</a:t>
                      </a:r>
                    </a:p>
                    <a:p>
                      <a:pPr marL="342900" indent="-342900">
                        <a:lnSpc>
                          <a:spcPct val="150000"/>
                        </a:lnSpc>
                        <a:buFont typeface="Wingdings" pitchFamily="2" charset="2"/>
                        <a:buChar char="Ø"/>
                      </a:pPr>
                      <a:endParaRPr lang="it-IT" sz="20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nSpc>
                          <a:spcPct val="150000"/>
                        </a:lnSpc>
                        <a:buFont typeface="Wingdings" pitchFamily="2" charset="2"/>
                        <a:buChar char="q"/>
                      </a:pPr>
                      <a:r>
                        <a:rPr lang="it-IT" sz="2000" b="1" dirty="0">
                          <a:latin typeface="Cambria Math" panose="02040503050406030204" pitchFamily="18" charset="0"/>
                          <a:ea typeface="Cambria Math" panose="02040503050406030204" pitchFamily="18" charset="0"/>
                        </a:rPr>
                        <a:t>Difficile penetrazione territoriale</a:t>
                      </a:r>
                    </a:p>
                    <a:p>
                      <a:pPr marL="342900" indent="-342900">
                        <a:lnSpc>
                          <a:spcPct val="150000"/>
                        </a:lnSpc>
                        <a:buFont typeface="Wingdings" pitchFamily="2" charset="2"/>
                        <a:buChar char="q"/>
                      </a:pPr>
                      <a:r>
                        <a:rPr lang="it-IT" sz="2000" b="1" dirty="0">
                          <a:latin typeface="Cambria Math" panose="02040503050406030204" pitchFamily="18" charset="0"/>
                          <a:ea typeface="Cambria Math" panose="02040503050406030204" pitchFamily="18" charset="0"/>
                        </a:rPr>
                        <a:t>L’ubicazione non è ottimale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43173"/>
                  </a:ext>
                </a:extLst>
              </a:tr>
              <a:tr h="423399">
                <a:tc>
                  <a:txBody>
                    <a:bodyPr/>
                    <a:lstStyle/>
                    <a:p>
                      <a:r>
                        <a:rPr lang="it-IT" sz="2000" b="1" dirty="0">
                          <a:solidFill>
                            <a:schemeClr val="bg1"/>
                          </a:solidFill>
                          <a:latin typeface="Cambria Math" panose="02040503050406030204" pitchFamily="18" charset="0"/>
                          <a:ea typeface="Cambria Math" panose="02040503050406030204" pitchFamily="18" charset="0"/>
                        </a:rPr>
                        <a:t>OPPORTUNITA’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solidFill>
                  </a:tcPr>
                </a:tc>
                <a:tc>
                  <a:txBody>
                    <a:bodyPr/>
                    <a:lstStyle/>
                    <a:p>
                      <a:r>
                        <a:rPr lang="it-IT" sz="2000" b="1" dirty="0">
                          <a:solidFill>
                            <a:schemeClr val="bg1"/>
                          </a:solidFill>
                          <a:latin typeface="Cambria Math" panose="02040503050406030204" pitchFamily="18" charset="0"/>
                          <a:ea typeface="Cambria Math" panose="02040503050406030204" pitchFamily="18" charset="0"/>
                        </a:rPr>
                        <a:t>MINACCE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4"/>
                    </a:solidFill>
                  </a:tcPr>
                </a:tc>
                <a:extLst>
                  <a:ext uri="{0D108BD9-81ED-4DB2-BD59-A6C34878D82A}">
                    <a16:rowId xmlns:a16="http://schemas.microsoft.com/office/drawing/2014/main" val="3101227085"/>
                  </a:ext>
                </a:extLst>
              </a:tr>
              <a:tr h="2164896">
                <a:tc>
                  <a:txBody>
                    <a:bodyPr/>
                    <a:lstStyle/>
                    <a:p>
                      <a:pPr marL="342900" indent="-342900">
                        <a:lnSpc>
                          <a:spcPct val="100000"/>
                        </a:lnSpc>
                        <a:buFont typeface="Wingdings" pitchFamily="2" charset="2"/>
                        <a:buChar char="ü"/>
                      </a:pPr>
                      <a:r>
                        <a:rPr lang="it-IT" sz="2000" b="1" dirty="0">
                          <a:latin typeface="Cambria Math" panose="02040503050406030204" pitchFamily="18" charset="0"/>
                          <a:ea typeface="Cambria Math" panose="02040503050406030204" pitchFamily="18" charset="0"/>
                        </a:rPr>
                        <a:t>Raggiungere un maggior numero di clienti</a:t>
                      </a:r>
                    </a:p>
                    <a:p>
                      <a:pPr marL="342900" indent="-342900">
                        <a:lnSpc>
                          <a:spcPct val="150000"/>
                        </a:lnSpc>
                        <a:buFont typeface="Wingdings" pitchFamily="2" charset="2"/>
                        <a:buChar char="ü"/>
                      </a:pPr>
                      <a:r>
                        <a:rPr lang="it-IT" sz="2000" b="1" dirty="0">
                          <a:latin typeface="Cambria Math" panose="02040503050406030204" pitchFamily="18" charset="0"/>
                          <a:ea typeface="Cambria Math" panose="02040503050406030204" pitchFamily="18" charset="0"/>
                        </a:rPr>
                        <a:t>Creazione di economie di scala</a:t>
                      </a:r>
                    </a:p>
                    <a:p>
                      <a:pPr marL="342900" indent="-342900">
                        <a:lnSpc>
                          <a:spcPct val="150000"/>
                        </a:lnSpc>
                        <a:buFont typeface="Wingdings" pitchFamily="2" charset="2"/>
                        <a:buChar char="ü"/>
                      </a:pPr>
                      <a:r>
                        <a:rPr lang="it-IT" sz="2000" b="1" dirty="0">
                          <a:latin typeface="Cambria Math" panose="02040503050406030204" pitchFamily="18" charset="0"/>
                          <a:ea typeface="Cambria Math" panose="02040503050406030204" pitchFamily="18" charset="0"/>
                        </a:rPr>
                        <a:t>Crescita costante degli acquisti online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Wingdings" pitchFamily="2" charset="2"/>
                        <a:buChar char="q"/>
                      </a:pPr>
                      <a:r>
                        <a:rPr lang="it-IT" sz="2000" b="1" dirty="0">
                          <a:latin typeface="Cambria Math" panose="02040503050406030204" pitchFamily="18" charset="0"/>
                          <a:ea typeface="Cambria Math" panose="02040503050406030204" pitchFamily="18" charset="0"/>
                        </a:rPr>
                        <a:t>Presenza di un elevato numero di competitor</a:t>
                      </a:r>
                    </a:p>
                    <a:p>
                      <a:pPr marL="342900" indent="-342900">
                        <a:lnSpc>
                          <a:spcPct val="150000"/>
                        </a:lnSpc>
                        <a:buFont typeface="Wingdings" pitchFamily="2" charset="2"/>
                        <a:buChar char="q"/>
                      </a:pPr>
                      <a:r>
                        <a:rPr lang="it-IT" sz="2000" b="1" dirty="0">
                          <a:latin typeface="Cambria Math" panose="02040503050406030204" pitchFamily="18" charset="0"/>
                          <a:ea typeface="Cambria Math" panose="02040503050406030204" pitchFamily="18" charset="0"/>
                        </a:rPr>
                        <a:t>Irrigidimento delle norme sull’alcool</a:t>
                      </a:r>
                    </a:p>
                    <a:p>
                      <a:pPr marL="342900" indent="-342900">
                        <a:lnSpc>
                          <a:spcPct val="150000"/>
                        </a:lnSpc>
                        <a:buFont typeface="Wingdings" pitchFamily="2" charset="2"/>
                        <a:buChar char="q"/>
                      </a:pPr>
                      <a:r>
                        <a:rPr lang="it-IT" sz="2000" b="1" dirty="0">
                          <a:latin typeface="Cambria Math" panose="02040503050406030204" pitchFamily="18" charset="0"/>
                          <a:ea typeface="Cambria Math" panose="02040503050406030204" pitchFamily="18" charset="0"/>
                        </a:rPr>
                        <a:t>Discordanza di prezzo tra le varie fasce di bottiglie quali-quantitative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393319"/>
                  </a:ext>
                </a:extLst>
              </a:tr>
            </a:tbl>
          </a:graphicData>
        </a:graphic>
      </p:graphicFrame>
      <p:sp>
        <p:nvSpPr>
          <p:cNvPr id="6" name="Titolo 6">
            <a:extLst>
              <a:ext uri="{FF2B5EF4-FFF2-40B4-BE49-F238E27FC236}">
                <a16:creationId xmlns:a16="http://schemas.microsoft.com/office/drawing/2014/main" id="{2F12F10D-CFB1-F76A-9595-F40423481D58}"/>
              </a:ext>
            </a:extLst>
          </p:cNvPr>
          <p:cNvSpPr>
            <a:spLocks noGrp="1"/>
          </p:cNvSpPr>
          <p:nvPr>
            <p:ph type="title"/>
          </p:nvPr>
        </p:nvSpPr>
        <p:spPr>
          <a:xfrm>
            <a:off x="1836490" y="497936"/>
            <a:ext cx="6096000" cy="546100"/>
          </a:xfrm>
        </p:spPr>
        <p:txBody>
          <a:bodyPr>
            <a:normAutofit/>
          </a:bodyPr>
          <a:lstStyle/>
          <a:p>
            <a:pPr algn="ctr"/>
            <a:r>
              <a:rPr lang="it-IT" sz="3200" b="1" dirty="0">
                <a:latin typeface="Cambria Math" panose="02040503050406030204" pitchFamily="18" charset="0"/>
                <a:ea typeface="Cambria Math" panose="02040503050406030204" pitchFamily="18" charset="0"/>
              </a:rPr>
              <a:t>MATRICE SWOT</a:t>
            </a:r>
          </a:p>
        </p:txBody>
      </p:sp>
    </p:spTree>
    <p:extLst>
      <p:ext uri="{BB962C8B-B14F-4D97-AF65-F5344CB8AC3E}">
        <p14:creationId xmlns:p14="http://schemas.microsoft.com/office/powerpoint/2010/main" val="4010787371"/>
      </p:ext>
    </p:extLst>
  </p:cSld>
  <p:clrMapOvr>
    <a:masterClrMapping/>
  </p:clrMapOvr>
  <p:transition spd="slow">
    <p:wheel spokes="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vetro, contenitore, Bicchiere di vino, rosso&#10;&#10;Descrizione generata automaticamente">
            <a:extLst>
              <a:ext uri="{FF2B5EF4-FFF2-40B4-BE49-F238E27FC236}">
                <a16:creationId xmlns:a16="http://schemas.microsoft.com/office/drawing/2014/main" id="{699749C8-26BA-9E04-0D05-0F3D82A80609}"/>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2009553" y="278877"/>
            <a:ext cx="5805626" cy="546100"/>
          </a:xfrm>
        </p:spPr>
        <p:txBody>
          <a:bodyPr>
            <a:noAutofit/>
          </a:bodyPr>
          <a:lstStyle/>
          <a:p>
            <a:pPr algn="ctr"/>
            <a:r>
              <a:rPr lang="it-IT" sz="2400" b="1" dirty="0">
                <a:latin typeface="Cambria Math" panose="02040503050406030204" pitchFamily="18" charset="0"/>
                <a:ea typeface="Cambria Math" panose="02040503050406030204" pitchFamily="18" charset="0"/>
              </a:rPr>
              <a:t>COSTO DEL PERSONALE</a:t>
            </a:r>
          </a:p>
        </p:txBody>
      </p:sp>
      <p:graphicFrame>
        <p:nvGraphicFramePr>
          <p:cNvPr id="2" name="Tabella 2">
            <a:extLst>
              <a:ext uri="{FF2B5EF4-FFF2-40B4-BE49-F238E27FC236}">
                <a16:creationId xmlns:a16="http://schemas.microsoft.com/office/drawing/2014/main" id="{14A9C8C5-1DB0-AEB2-5FD8-1C2FC86F59F3}"/>
              </a:ext>
            </a:extLst>
          </p:cNvPr>
          <p:cNvGraphicFramePr>
            <a:graphicFrameLocks noGrp="1"/>
          </p:cNvGraphicFramePr>
          <p:nvPr>
            <p:extLst>
              <p:ext uri="{D42A27DB-BD31-4B8C-83A1-F6EECF244321}">
                <p14:modId xmlns:p14="http://schemas.microsoft.com/office/powerpoint/2010/main" val="226481557"/>
              </p:ext>
            </p:extLst>
          </p:nvPr>
        </p:nvGraphicFramePr>
        <p:xfrm>
          <a:off x="371642" y="1297172"/>
          <a:ext cx="3371018" cy="2648270"/>
        </p:xfrm>
        <a:graphic>
          <a:graphicData uri="http://schemas.openxmlformats.org/drawingml/2006/table">
            <a:tbl>
              <a:tblPr firstRow="1" bandRow="1">
                <a:tableStyleId>{85BE263C-DBD7-4A20-BB59-AAB30ACAA65A}</a:tableStyleId>
              </a:tblPr>
              <a:tblGrid>
                <a:gridCol w="2126846">
                  <a:extLst>
                    <a:ext uri="{9D8B030D-6E8A-4147-A177-3AD203B41FA5}">
                      <a16:colId xmlns:a16="http://schemas.microsoft.com/office/drawing/2014/main" val="540229020"/>
                    </a:ext>
                  </a:extLst>
                </a:gridCol>
                <a:gridCol w="1244172">
                  <a:extLst>
                    <a:ext uri="{9D8B030D-6E8A-4147-A177-3AD203B41FA5}">
                      <a16:colId xmlns:a16="http://schemas.microsoft.com/office/drawing/2014/main" val="937931945"/>
                    </a:ext>
                  </a:extLst>
                </a:gridCol>
              </a:tblGrid>
              <a:tr h="345222">
                <a:tc gridSpan="2">
                  <a:txBody>
                    <a:bodyPr/>
                    <a:lstStyle/>
                    <a:p>
                      <a:pPr algn="ctr"/>
                      <a:r>
                        <a:rPr lang="it-IT" dirty="0">
                          <a:latin typeface="+mn-lt"/>
                          <a:ea typeface="Cambria Math" panose="02040503050406030204" pitchFamily="18" charset="0"/>
                        </a:rPr>
                        <a:t>PERSONALE AMMINISTRATIVO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solidFill>
                      <a:schemeClr val="accent2"/>
                    </a:solidFill>
                  </a:tcPr>
                </a:tc>
                <a:tc hMerge="1">
                  <a:txBody>
                    <a:bodyPr/>
                    <a:lstStyle/>
                    <a:p>
                      <a:endParaRPr lang="it-IT" dirty="0"/>
                    </a:p>
                  </a:txBody>
                  <a:tcPr/>
                </a:tc>
                <a:extLst>
                  <a:ext uri="{0D108BD9-81ED-4DB2-BD59-A6C34878D82A}">
                    <a16:rowId xmlns:a16="http://schemas.microsoft.com/office/drawing/2014/main" val="1133304799"/>
                  </a:ext>
                </a:extLst>
              </a:tr>
              <a:tr h="697550">
                <a:tc>
                  <a:txBody>
                    <a:bodyPr/>
                    <a:lstStyle/>
                    <a:p>
                      <a:r>
                        <a:rPr lang="it-IT" sz="1600" b="0" dirty="0">
                          <a:latin typeface="+mn-lt"/>
                          <a:ea typeface="Cambria Math" panose="02040503050406030204" pitchFamily="18" charset="0"/>
                        </a:rPr>
                        <a:t>Retribuzione lorda annuale per addetto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ea typeface="Cambria Math" panose="02040503050406030204" pitchFamily="18" charset="0"/>
                        </a:rPr>
                        <a:t>3.500,00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9773230"/>
                  </a:ext>
                </a:extLst>
              </a:tr>
              <a:tr h="316454">
                <a:tc>
                  <a:txBody>
                    <a:bodyPr/>
                    <a:lstStyle/>
                    <a:p>
                      <a:r>
                        <a:rPr lang="it-IT" sz="1600" b="0" dirty="0">
                          <a:latin typeface="+mn-lt"/>
                          <a:ea typeface="Cambria Math" panose="02040503050406030204" pitchFamily="18" charset="0"/>
                        </a:rPr>
                        <a:t>Numero mensilità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ea typeface="Cambria Math" panose="020405030504060302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4896237"/>
                  </a:ext>
                </a:extLst>
              </a:tr>
              <a:tr h="546602">
                <a:tc>
                  <a:txBody>
                    <a:bodyPr/>
                    <a:lstStyle/>
                    <a:p>
                      <a:r>
                        <a:rPr lang="it-IT" sz="1600" b="0" dirty="0">
                          <a:latin typeface="+mn-lt"/>
                          <a:ea typeface="Cambria Math" panose="02040503050406030204" pitchFamily="18" charset="0"/>
                        </a:rPr>
                        <a:t>Quota TFR per addetto annua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ea typeface="Cambria Math" panose="02040503050406030204" pitchFamily="18" charset="0"/>
                        </a:rPr>
                        <a:t>280,00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4167194"/>
                  </a:ext>
                </a:extLst>
              </a:tr>
              <a:tr h="316454">
                <a:tc rowSpan="2">
                  <a:txBody>
                    <a:bodyPr/>
                    <a:lstStyle/>
                    <a:p>
                      <a:r>
                        <a:rPr lang="it-IT" sz="1600" b="1" dirty="0">
                          <a:latin typeface="+mn-lt"/>
                          <a:ea typeface="Cambria Math" panose="02040503050406030204" pitchFamily="18" charset="0"/>
                        </a:rPr>
                        <a:t>Numero dipendenti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b="1" dirty="0">
                          <a:solidFill>
                            <a:schemeClr val="bg1"/>
                          </a:solidFill>
                          <a:latin typeface="+mn-lt"/>
                          <a:ea typeface="Cambria Math" panose="02040503050406030204" pitchFamily="18" charset="0"/>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relaxedInset"/>
                      <a:lightRig rig="flood" dir="t"/>
                    </a:cell3D>
                    <a:solidFill>
                      <a:schemeClr val="accent2"/>
                    </a:solidFill>
                  </a:tcPr>
                </a:tc>
                <a:extLst>
                  <a:ext uri="{0D108BD9-81ED-4DB2-BD59-A6C34878D82A}">
                    <a16:rowId xmlns:a16="http://schemas.microsoft.com/office/drawing/2014/main" val="969209401"/>
                  </a:ext>
                </a:extLst>
              </a:tr>
              <a:tr h="316454">
                <a:tc vMerge="1">
                  <a:txBody>
                    <a:bodyPr/>
                    <a:lstStyle/>
                    <a:p>
                      <a:endParaRPr lang="it-IT"/>
                    </a:p>
                  </a:txBody>
                  <a:tcPr/>
                </a:tc>
                <a:tc>
                  <a:txBody>
                    <a:bodyPr/>
                    <a:lstStyle/>
                    <a:p>
                      <a:pPr algn="ctr"/>
                      <a:r>
                        <a:rPr lang="it-IT" sz="1600" dirty="0">
                          <a:latin typeface="+mn-lt"/>
                          <a:ea typeface="Cambria Math" panose="020405030504060302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364831"/>
                  </a:ext>
                </a:extLst>
              </a:tr>
            </a:tbl>
          </a:graphicData>
        </a:graphic>
      </p:graphicFrame>
      <p:graphicFrame>
        <p:nvGraphicFramePr>
          <p:cNvPr id="3" name="Tabella 4">
            <a:extLst>
              <a:ext uri="{FF2B5EF4-FFF2-40B4-BE49-F238E27FC236}">
                <a16:creationId xmlns:a16="http://schemas.microsoft.com/office/drawing/2014/main" id="{F442A83D-ED97-4F25-1C9F-58048E1B2F4A}"/>
              </a:ext>
            </a:extLst>
          </p:cNvPr>
          <p:cNvGraphicFramePr>
            <a:graphicFrameLocks noGrp="1"/>
          </p:cNvGraphicFramePr>
          <p:nvPr>
            <p:extLst>
              <p:ext uri="{D42A27DB-BD31-4B8C-83A1-F6EECF244321}">
                <p14:modId xmlns:p14="http://schemas.microsoft.com/office/powerpoint/2010/main" val="1252050797"/>
              </p:ext>
            </p:extLst>
          </p:nvPr>
        </p:nvGraphicFramePr>
        <p:xfrm>
          <a:off x="3742662" y="3274882"/>
          <a:ext cx="2264734" cy="670560"/>
        </p:xfrm>
        <a:graphic>
          <a:graphicData uri="http://schemas.openxmlformats.org/drawingml/2006/table">
            <a:tbl>
              <a:tblPr firstRow="1" bandRow="1">
                <a:tableStyleId>{85BE263C-DBD7-4A20-BB59-AAB30ACAA65A}</a:tableStyleId>
              </a:tblPr>
              <a:tblGrid>
                <a:gridCol w="1125449">
                  <a:extLst>
                    <a:ext uri="{9D8B030D-6E8A-4147-A177-3AD203B41FA5}">
                      <a16:colId xmlns:a16="http://schemas.microsoft.com/office/drawing/2014/main" val="4256614874"/>
                    </a:ext>
                  </a:extLst>
                </a:gridCol>
                <a:gridCol w="1139285">
                  <a:extLst>
                    <a:ext uri="{9D8B030D-6E8A-4147-A177-3AD203B41FA5}">
                      <a16:colId xmlns:a16="http://schemas.microsoft.com/office/drawing/2014/main" val="2465656109"/>
                    </a:ext>
                  </a:extLst>
                </a:gridCol>
              </a:tblGrid>
              <a:tr h="324675">
                <a:tc>
                  <a:txBody>
                    <a:bodyPr/>
                    <a:lstStyle/>
                    <a:p>
                      <a:pPr algn="ctr"/>
                      <a:r>
                        <a:rPr lang="it-IT" sz="1600" b="1" dirty="0">
                          <a:latin typeface="+mn-lt"/>
                          <a:ea typeface="Cambria Math" panose="02040503050406030204" pitchFamily="18" charset="0"/>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slope"/>
                      <a:lightRig rig="flood" dir="t"/>
                    </a:cell3D>
                  </a:tcPr>
                </a:tc>
                <a:tc>
                  <a:txBody>
                    <a:bodyPr/>
                    <a:lstStyle/>
                    <a:p>
                      <a:pPr algn="ctr"/>
                      <a:r>
                        <a:rPr lang="it-IT" sz="1600" b="1" dirty="0">
                          <a:latin typeface="+mn-lt"/>
                          <a:ea typeface="Cambria Math" panose="02040503050406030204" pitchFamily="18" charset="0"/>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slope"/>
                      <a:lightRig rig="flood" dir="t"/>
                    </a:cell3D>
                  </a:tcPr>
                </a:tc>
                <a:extLst>
                  <a:ext uri="{0D108BD9-81ED-4DB2-BD59-A6C34878D82A}">
                    <a16:rowId xmlns:a16="http://schemas.microsoft.com/office/drawing/2014/main" val="2625414465"/>
                  </a:ext>
                </a:extLst>
              </a:tr>
              <a:tr h="324675">
                <a:tc>
                  <a:txBody>
                    <a:bodyPr/>
                    <a:lstStyle/>
                    <a:p>
                      <a:pPr algn="ctr"/>
                      <a:r>
                        <a:rPr lang="it-IT" sz="1600" dirty="0">
                          <a:latin typeface="+mn-lt"/>
                          <a:ea typeface="Cambria Math" panose="020405030504060302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it-IT" sz="1600" dirty="0">
                          <a:latin typeface="+mn-lt"/>
                          <a:ea typeface="Cambria Math" panose="020405030504060302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1751413"/>
                  </a:ext>
                </a:extLst>
              </a:tr>
            </a:tbl>
          </a:graphicData>
        </a:graphic>
      </p:graphicFrame>
      <p:graphicFrame>
        <p:nvGraphicFramePr>
          <p:cNvPr id="5" name="Tabella 5">
            <a:extLst>
              <a:ext uri="{FF2B5EF4-FFF2-40B4-BE49-F238E27FC236}">
                <a16:creationId xmlns:a16="http://schemas.microsoft.com/office/drawing/2014/main" id="{E5E7632D-7D90-D1C1-A032-2B34532C9325}"/>
              </a:ext>
            </a:extLst>
          </p:cNvPr>
          <p:cNvGraphicFramePr>
            <a:graphicFrameLocks noGrp="1"/>
          </p:cNvGraphicFramePr>
          <p:nvPr>
            <p:extLst>
              <p:ext uri="{D42A27DB-BD31-4B8C-83A1-F6EECF244321}">
                <p14:modId xmlns:p14="http://schemas.microsoft.com/office/powerpoint/2010/main" val="3220287839"/>
              </p:ext>
            </p:extLst>
          </p:nvPr>
        </p:nvGraphicFramePr>
        <p:xfrm>
          <a:off x="371642" y="4371280"/>
          <a:ext cx="5635754" cy="2103120"/>
        </p:xfrm>
        <a:graphic>
          <a:graphicData uri="http://schemas.openxmlformats.org/drawingml/2006/table">
            <a:tbl>
              <a:tblPr firstRow="1" bandRow="1">
                <a:tableStyleId>{85BE263C-DBD7-4A20-BB59-AAB30ACAA65A}</a:tableStyleId>
              </a:tblPr>
              <a:tblGrid>
                <a:gridCol w="2929109">
                  <a:extLst>
                    <a:ext uri="{9D8B030D-6E8A-4147-A177-3AD203B41FA5}">
                      <a16:colId xmlns:a16="http://schemas.microsoft.com/office/drawing/2014/main" val="1109471338"/>
                    </a:ext>
                  </a:extLst>
                </a:gridCol>
                <a:gridCol w="984403">
                  <a:extLst>
                    <a:ext uri="{9D8B030D-6E8A-4147-A177-3AD203B41FA5}">
                      <a16:colId xmlns:a16="http://schemas.microsoft.com/office/drawing/2014/main" val="4055245579"/>
                    </a:ext>
                  </a:extLst>
                </a:gridCol>
                <a:gridCol w="884294">
                  <a:extLst>
                    <a:ext uri="{9D8B030D-6E8A-4147-A177-3AD203B41FA5}">
                      <a16:colId xmlns:a16="http://schemas.microsoft.com/office/drawing/2014/main" val="4149816079"/>
                    </a:ext>
                  </a:extLst>
                </a:gridCol>
                <a:gridCol w="837948">
                  <a:extLst>
                    <a:ext uri="{9D8B030D-6E8A-4147-A177-3AD203B41FA5}">
                      <a16:colId xmlns:a16="http://schemas.microsoft.com/office/drawing/2014/main" val="3548737322"/>
                    </a:ext>
                  </a:extLst>
                </a:gridCol>
              </a:tblGrid>
              <a:tr h="297100">
                <a:tc gridSpan="4">
                  <a:txBody>
                    <a:bodyPr/>
                    <a:lstStyle/>
                    <a:p>
                      <a:pPr algn="ctr"/>
                      <a:r>
                        <a:rPr lang="it-IT" dirty="0">
                          <a:latin typeface="+mn-lt"/>
                          <a:ea typeface="Cambria Math" panose="02040503050406030204" pitchFamily="18" charset="0"/>
                        </a:rPr>
                        <a:t>COSTO PER FORMAZIONE E ACCESSORI PERSONALE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3493233650"/>
                  </a:ext>
                </a:extLst>
              </a:tr>
              <a:tr h="272342">
                <a:tc>
                  <a:txBody>
                    <a:bodyPr/>
                    <a:lstStyle/>
                    <a:p>
                      <a:r>
                        <a:rPr lang="it-IT" sz="1600" b="1" dirty="0">
                          <a:latin typeface="+mn-lt"/>
                          <a:ea typeface="Cambria Math" panose="02040503050406030204" pitchFamily="18" charset="0"/>
                        </a:rPr>
                        <a:t>Descrizione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latin typeface="+mn-lt"/>
                          <a:ea typeface="Cambria Math" panose="02040503050406030204" pitchFamily="18" charset="0"/>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latin typeface="+mn-lt"/>
                          <a:ea typeface="Cambria Math" panose="02040503050406030204" pitchFamily="18" charset="0"/>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latin typeface="+mn-lt"/>
                          <a:ea typeface="Cambria Math" panose="02040503050406030204" pitchFamily="18" charset="0"/>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54610"/>
                  </a:ext>
                </a:extLst>
              </a:tr>
              <a:tr h="272342">
                <a:tc>
                  <a:txBody>
                    <a:bodyPr/>
                    <a:lstStyle/>
                    <a:p>
                      <a:r>
                        <a:rPr lang="it-IT" sz="1600" dirty="0">
                          <a:latin typeface="+mn-lt"/>
                          <a:ea typeface="Cambria Math" panose="02040503050406030204" pitchFamily="18" charset="0"/>
                        </a:rPr>
                        <a:t>Spese di formazione/addestramento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1.000,00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159092"/>
                  </a:ext>
                </a:extLst>
              </a:tr>
              <a:tr h="470409">
                <a:tc>
                  <a:txBody>
                    <a:bodyPr/>
                    <a:lstStyle/>
                    <a:p>
                      <a:r>
                        <a:rPr lang="it-IT" sz="1600" dirty="0">
                          <a:latin typeface="+mn-lt"/>
                          <a:ea typeface="Cambria Math" panose="02040503050406030204" pitchFamily="18" charset="0"/>
                        </a:rPr>
                        <a:t>Spese di aggiornamento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300,00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ea typeface="Cambria Math" panose="02040503050406030204" pitchFamily="18" charset="0"/>
                        </a:rPr>
                        <a:t>€.    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9945597"/>
                  </a:ext>
                </a:extLst>
              </a:tr>
            </a:tbl>
          </a:graphicData>
        </a:graphic>
      </p:graphicFrame>
      <p:pic>
        <p:nvPicPr>
          <p:cNvPr id="10" name="image2.png">
            <a:extLst>
              <a:ext uri="{FF2B5EF4-FFF2-40B4-BE49-F238E27FC236}">
                <a16:creationId xmlns:a16="http://schemas.microsoft.com/office/drawing/2014/main" id="{DEBFB3FB-4DDE-D2B4-BF9C-3406ED5CCE7C}"/>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11" name="Immagine 10" descr="Immagine che contiene logo&#10;&#10;Descrizione generata automaticamente">
            <a:extLst>
              <a:ext uri="{FF2B5EF4-FFF2-40B4-BE49-F238E27FC236}">
                <a16:creationId xmlns:a16="http://schemas.microsoft.com/office/drawing/2014/main" id="{076C5834-9C83-78B2-6F3A-B7CE6136E98B}"/>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6" name="CasellaDiTesto 5">
            <a:extLst>
              <a:ext uri="{FF2B5EF4-FFF2-40B4-BE49-F238E27FC236}">
                <a16:creationId xmlns:a16="http://schemas.microsoft.com/office/drawing/2014/main" id="{D6559AA4-E097-779E-5AD3-41CBA0DAD732}"/>
              </a:ext>
            </a:extLst>
          </p:cNvPr>
          <p:cNvSpPr txBox="1"/>
          <p:nvPr/>
        </p:nvSpPr>
        <p:spPr>
          <a:xfrm>
            <a:off x="6294722" y="1225689"/>
            <a:ext cx="3115091" cy="5355312"/>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La gestione dell’ e-commerce verrà affidata ad un componente del team aziendale, nonché, la ragazza che gestisce la contabilità e la segreteria. </a:t>
            </a:r>
          </a:p>
          <a:p>
            <a:pPr marL="285750" indent="-285750">
              <a:buFont typeface="Wingdings" pitchFamily="2" charset="2"/>
              <a:buChar char="v"/>
            </a:pPr>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Si assume che il personale rimanga invariato durante gli esercizi.</a:t>
            </a:r>
          </a:p>
          <a:p>
            <a:pPr marL="285750" indent="-285750">
              <a:buFont typeface="Wingdings" pitchFamily="2" charset="2"/>
              <a:buChar char="v"/>
            </a:pPr>
            <a:endParaRPr lang="it-IT" dirty="0">
              <a:latin typeface="Palatino Linotype" panose="02040502050505030304" pitchFamily="18" charset="0"/>
            </a:endParaRPr>
          </a:p>
          <a:p>
            <a:endParaRPr lang="it-IT" dirty="0">
              <a:latin typeface="Palatino Linotype" panose="02040502050505030304" pitchFamily="18" charset="0"/>
            </a:endParaRPr>
          </a:p>
          <a:p>
            <a:pPr marL="285750" indent="-285750">
              <a:buFont typeface="Wingdings" pitchFamily="2" charset="2"/>
              <a:buChar char="v"/>
            </a:pPr>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Inoltre si prevede un budget per le spese di formazione e aggiornamento.</a:t>
            </a:r>
          </a:p>
          <a:p>
            <a:pPr marL="285750" indent="-285750">
              <a:buFont typeface="Wingdings" pitchFamily="2" charset="2"/>
              <a:buChar char="v"/>
            </a:pPr>
            <a:endParaRPr lang="it-IT" dirty="0">
              <a:latin typeface="Palatino Linotype" panose="02040502050505030304" pitchFamily="18" charset="0"/>
            </a:endParaRPr>
          </a:p>
          <a:p>
            <a:pPr marL="285750" indent="-285750">
              <a:buFont typeface="Wingdings" pitchFamily="2" charset="2"/>
              <a:buChar char="v"/>
            </a:pPr>
            <a:endParaRPr lang="it-IT" dirty="0"/>
          </a:p>
        </p:txBody>
      </p:sp>
    </p:spTree>
    <p:extLst>
      <p:ext uri="{BB962C8B-B14F-4D97-AF65-F5344CB8AC3E}">
        <p14:creationId xmlns:p14="http://schemas.microsoft.com/office/powerpoint/2010/main" val="348895300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8D8A9E8A-884C-6303-51C4-B661F09947AC}"/>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2" name="Tabella 2">
            <a:extLst>
              <a:ext uri="{FF2B5EF4-FFF2-40B4-BE49-F238E27FC236}">
                <a16:creationId xmlns:a16="http://schemas.microsoft.com/office/drawing/2014/main" id="{F378BF4B-7B39-7F23-708E-0580754DDCF3}"/>
              </a:ext>
            </a:extLst>
          </p:cNvPr>
          <p:cNvGraphicFramePr>
            <a:graphicFrameLocks noGrp="1"/>
          </p:cNvGraphicFramePr>
          <p:nvPr>
            <p:extLst>
              <p:ext uri="{D42A27DB-BD31-4B8C-83A1-F6EECF244321}">
                <p14:modId xmlns:p14="http://schemas.microsoft.com/office/powerpoint/2010/main" val="3065814150"/>
              </p:ext>
            </p:extLst>
          </p:nvPr>
        </p:nvGraphicFramePr>
        <p:xfrm>
          <a:off x="365049" y="1028602"/>
          <a:ext cx="6003854" cy="4207867"/>
        </p:xfrm>
        <a:graphic>
          <a:graphicData uri="http://schemas.openxmlformats.org/drawingml/2006/table">
            <a:tbl>
              <a:tblPr firstRow="1" bandRow="1">
                <a:tableStyleId>{2A488322-F2BA-4B5B-9748-0D474271808F}</a:tableStyleId>
              </a:tblPr>
              <a:tblGrid>
                <a:gridCol w="2621536">
                  <a:extLst>
                    <a:ext uri="{9D8B030D-6E8A-4147-A177-3AD203B41FA5}">
                      <a16:colId xmlns:a16="http://schemas.microsoft.com/office/drawing/2014/main" val="3192496618"/>
                    </a:ext>
                  </a:extLst>
                </a:gridCol>
                <a:gridCol w="1096318">
                  <a:extLst>
                    <a:ext uri="{9D8B030D-6E8A-4147-A177-3AD203B41FA5}">
                      <a16:colId xmlns:a16="http://schemas.microsoft.com/office/drawing/2014/main" val="3625052953"/>
                    </a:ext>
                  </a:extLst>
                </a:gridCol>
                <a:gridCol w="1158949">
                  <a:extLst>
                    <a:ext uri="{9D8B030D-6E8A-4147-A177-3AD203B41FA5}">
                      <a16:colId xmlns:a16="http://schemas.microsoft.com/office/drawing/2014/main" val="3708229517"/>
                    </a:ext>
                  </a:extLst>
                </a:gridCol>
                <a:gridCol w="1127051">
                  <a:extLst>
                    <a:ext uri="{9D8B030D-6E8A-4147-A177-3AD203B41FA5}">
                      <a16:colId xmlns:a16="http://schemas.microsoft.com/office/drawing/2014/main" val="2114857841"/>
                    </a:ext>
                  </a:extLst>
                </a:gridCol>
              </a:tblGrid>
              <a:tr h="320327">
                <a:tc gridSpan="4">
                  <a:txBody>
                    <a:bodyPr/>
                    <a:lstStyle/>
                    <a:p>
                      <a:pPr algn="ctr"/>
                      <a:r>
                        <a:rPr lang="it-IT" sz="2000" dirty="0"/>
                        <a:t>FULL COST MEDIO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3980866334"/>
                  </a:ext>
                </a:extLst>
              </a:tr>
              <a:tr h="295687">
                <a:tc>
                  <a:txBody>
                    <a:bodyPr/>
                    <a:lstStyle/>
                    <a:p>
                      <a:endParaRPr lang="it-I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352966"/>
                  </a:ext>
                </a:extLst>
              </a:tr>
              <a:tr h="641693">
                <a:tc>
                  <a:txBody>
                    <a:bodyPr/>
                    <a:lstStyle/>
                    <a:p>
                      <a:r>
                        <a:rPr lang="it-IT" sz="1600" dirty="0"/>
                        <a:t>COSTO DI FABBRICAZIONE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3.358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3.017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2.820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357559"/>
                  </a:ext>
                </a:extLst>
              </a:tr>
              <a:tr h="1219214">
                <a:tc>
                  <a:txBody>
                    <a:bodyPr/>
                    <a:lstStyle/>
                    <a:p>
                      <a:r>
                        <a:rPr lang="it-IT" sz="1600" dirty="0"/>
                        <a:t>COSTO DI FABBRICAZIONE E DI COMMERCIALIZZAZIONE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9.648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10.071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11.902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0340336"/>
                  </a:ext>
                </a:extLst>
              </a:tr>
              <a:tr h="271046">
                <a:tc>
                  <a:txBody>
                    <a:bodyPr/>
                    <a:lstStyle/>
                    <a:p>
                      <a:r>
                        <a:rPr lang="it-IT" sz="1600" dirty="0"/>
                        <a:t>FULL COST COMPLESSIVO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15.661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14.084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a:t>
                      </a:r>
                      <a:r>
                        <a:rPr lang="it-IT" sz="1600" baseline="0" dirty="0"/>
                        <a:t>     15.915</a:t>
                      </a:r>
                      <a:endParaRPr lang="it-IT"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740991"/>
                  </a:ext>
                </a:extLst>
              </a:tr>
              <a:tr h="271046">
                <a:tc>
                  <a:txBody>
                    <a:bodyPr/>
                    <a:lstStyle/>
                    <a:p>
                      <a:r>
                        <a:rPr lang="it-IT" sz="1600" dirty="0"/>
                        <a:t>FULL COST PER UNITA’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9748486"/>
                  </a:ext>
                </a:extLst>
              </a:tr>
              <a:tr h="271046">
                <a:tc>
                  <a:txBody>
                    <a:bodyPr/>
                    <a:lstStyle/>
                    <a:p>
                      <a:r>
                        <a:rPr lang="it-IT" sz="1600" dirty="0"/>
                        <a:t>MARK 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449122"/>
                  </a:ext>
                </a:extLst>
              </a:tr>
              <a:tr h="422715">
                <a:tc>
                  <a:txBody>
                    <a:bodyPr/>
                    <a:lstStyle/>
                    <a:p>
                      <a:r>
                        <a:rPr lang="it-IT" sz="1600" b="1" dirty="0"/>
                        <a:t>PREZZO INDICATIVO UNITARIO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r>
                        <a:rPr lang="it-IT" sz="1600" b="1" dirty="0"/>
                        <a: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r>
                        <a:rPr lang="it-IT" sz="1600" b="1" dirty="0"/>
                        <a:t>€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r>
                        <a:rPr lang="it-IT" sz="1600" b="1" dirty="0"/>
                        <a:t>€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65674006"/>
                  </a:ext>
                </a:extLst>
              </a:tr>
            </a:tbl>
          </a:graphicData>
        </a:graphic>
      </p:graphicFrame>
      <p:pic>
        <p:nvPicPr>
          <p:cNvPr id="7" name="image2.png">
            <a:extLst>
              <a:ext uri="{FF2B5EF4-FFF2-40B4-BE49-F238E27FC236}">
                <a16:creationId xmlns:a16="http://schemas.microsoft.com/office/drawing/2014/main" id="{DFF8CD0F-38CA-240D-0E25-490D7A5941EB}"/>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2A1D953D-71E8-E981-FCEA-5B844A1A1AD4}"/>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719B227A-CF9F-C210-65D2-BA9E554A9739}"/>
              </a:ext>
            </a:extLst>
          </p:cNvPr>
          <p:cNvSpPr txBox="1"/>
          <p:nvPr/>
        </p:nvSpPr>
        <p:spPr>
          <a:xfrm>
            <a:off x="6867124" y="1668765"/>
            <a:ext cx="2839068" cy="584775"/>
          </a:xfrm>
          <a:prstGeom prst="rect">
            <a:avLst/>
          </a:prstGeom>
          <a:solidFill>
            <a:schemeClr val="accent6">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it-IT" sz="1600" dirty="0"/>
              <a:t>Decrescenti negli esercizi successivi al primo anno.</a:t>
            </a:r>
          </a:p>
        </p:txBody>
      </p:sp>
      <p:sp>
        <p:nvSpPr>
          <p:cNvPr id="6" name="CasellaDiTesto 5">
            <a:extLst>
              <a:ext uri="{FF2B5EF4-FFF2-40B4-BE49-F238E27FC236}">
                <a16:creationId xmlns:a16="http://schemas.microsoft.com/office/drawing/2014/main" id="{BDB88AE8-99A5-D25F-3468-C4293927BC24}"/>
              </a:ext>
            </a:extLst>
          </p:cNvPr>
          <p:cNvSpPr txBox="1"/>
          <p:nvPr/>
        </p:nvSpPr>
        <p:spPr>
          <a:xfrm>
            <a:off x="6881694" y="2513971"/>
            <a:ext cx="2839068" cy="830997"/>
          </a:xfrm>
          <a:prstGeom prst="rect">
            <a:avLst/>
          </a:prstGeom>
          <a:solidFill>
            <a:schemeClr val="accent6">
              <a:lumMod val="20000"/>
              <a:lumOff val="80000"/>
            </a:schemeClr>
          </a:solidFill>
          <a:effectLst>
            <a:outerShdw blurRad="50800" dist="38100" dir="18900000" algn="bl" rotWithShape="0">
              <a:prstClr val="black">
                <a:alpha val="40000"/>
              </a:prstClr>
            </a:outerShdw>
          </a:effectLst>
        </p:spPr>
        <p:txBody>
          <a:bodyPr wrap="square" rtlCol="0">
            <a:spAutoFit/>
          </a:bodyPr>
          <a:lstStyle/>
          <a:p>
            <a:r>
              <a:rPr lang="it-IT" sz="1600" dirty="0"/>
              <a:t>Crescenti a causa dell’aumento delle provvigioni sulle vendite e delle commissioni di vendita.</a:t>
            </a:r>
          </a:p>
        </p:txBody>
      </p:sp>
      <p:sp>
        <p:nvSpPr>
          <p:cNvPr id="10" name="CasellaDiTesto 9">
            <a:extLst>
              <a:ext uri="{FF2B5EF4-FFF2-40B4-BE49-F238E27FC236}">
                <a16:creationId xmlns:a16="http://schemas.microsoft.com/office/drawing/2014/main" id="{9E844308-D8FD-F5E5-D993-7BF8B0537931}"/>
              </a:ext>
            </a:extLst>
          </p:cNvPr>
          <p:cNvSpPr txBox="1"/>
          <p:nvPr/>
        </p:nvSpPr>
        <p:spPr>
          <a:xfrm>
            <a:off x="6867125" y="3605400"/>
            <a:ext cx="2839067" cy="1200329"/>
          </a:xfrm>
          <a:prstGeom prst="rect">
            <a:avLst/>
          </a:prstGeom>
          <a:effectLst>
            <a:outerShdw blurRad="50800" dist="38100" dir="18900000" algn="b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it-IT" dirty="0">
                <a:latin typeface="Cambria Math" panose="02040503050406030204" pitchFamily="18" charset="0"/>
                <a:ea typeface="Cambria Math" panose="02040503050406030204" pitchFamily="18" charset="0"/>
              </a:rPr>
              <a:t>Ridotto grazie all’aumento delle vendite: </a:t>
            </a:r>
          </a:p>
          <a:p>
            <a:pPr marL="285750" indent="-285750">
              <a:buFont typeface="Wingdings" panose="05000000000000000000" pitchFamily="2" charset="2"/>
              <a:buChar char="ü"/>
            </a:pPr>
            <a:r>
              <a:rPr lang="it-IT" dirty="0">
                <a:latin typeface="Cambria Math" panose="02040503050406030204" pitchFamily="18" charset="0"/>
                <a:ea typeface="Cambria Math" panose="02040503050406030204" pitchFamily="18" charset="0"/>
              </a:rPr>
              <a:t>+ 25% anno 2</a:t>
            </a:r>
          </a:p>
          <a:p>
            <a:pPr marL="285750" indent="-285750">
              <a:buFont typeface="Wingdings" panose="05000000000000000000" pitchFamily="2" charset="2"/>
              <a:buChar char="ü"/>
            </a:pPr>
            <a:r>
              <a:rPr lang="it-IT" dirty="0">
                <a:latin typeface="Cambria Math" panose="02040503050406030204" pitchFamily="18" charset="0"/>
                <a:ea typeface="Cambria Math" panose="02040503050406030204" pitchFamily="18" charset="0"/>
              </a:rPr>
              <a:t>+ 40% anno 3</a:t>
            </a:r>
          </a:p>
        </p:txBody>
      </p:sp>
      <p:cxnSp>
        <p:nvCxnSpPr>
          <p:cNvPr id="14" name="Connettore 7 13">
            <a:extLst>
              <a:ext uri="{FF2B5EF4-FFF2-40B4-BE49-F238E27FC236}">
                <a16:creationId xmlns:a16="http://schemas.microsoft.com/office/drawing/2014/main" id="{C57D3A49-04A2-2D20-B9E6-A6EE0C210595}"/>
              </a:ext>
            </a:extLst>
          </p:cNvPr>
          <p:cNvCxnSpPr>
            <a:cxnSpLocks/>
          </p:cNvCxnSpPr>
          <p:nvPr/>
        </p:nvCxnSpPr>
        <p:spPr>
          <a:xfrm>
            <a:off x="6368902" y="4221900"/>
            <a:ext cx="498223" cy="1"/>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Esplosione 2 20"/>
          <p:cNvSpPr/>
          <p:nvPr/>
        </p:nvSpPr>
        <p:spPr>
          <a:xfrm>
            <a:off x="6368902" y="5093927"/>
            <a:ext cx="3197872" cy="1621531"/>
          </a:xfrm>
          <a:prstGeom prst="irregularSeal2">
            <a:avLst/>
          </a:prstGeom>
          <a:solidFill>
            <a:schemeClr val="accent4">
              <a:lumMod val="20000"/>
              <a:lumOff val="80000"/>
            </a:schemeClr>
          </a:solidFill>
          <a:ln>
            <a:solidFill>
              <a:schemeClr val="accent6"/>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b="1" dirty="0">
                <a:solidFill>
                  <a:schemeClr val="accent6"/>
                </a:solidFill>
                <a:latin typeface="Century" panose="02040604050505020304" pitchFamily="18" charset="0"/>
              </a:rPr>
              <a:t>Economia di scala!</a:t>
            </a:r>
          </a:p>
        </p:txBody>
      </p:sp>
      <p:cxnSp>
        <p:nvCxnSpPr>
          <p:cNvPr id="11" name="Connettore 7 10">
            <a:extLst>
              <a:ext uri="{FF2B5EF4-FFF2-40B4-BE49-F238E27FC236}">
                <a16:creationId xmlns:a16="http://schemas.microsoft.com/office/drawing/2014/main" id="{6F21DD68-58E4-0A0A-D6B2-627A10264030}"/>
              </a:ext>
            </a:extLst>
          </p:cNvPr>
          <p:cNvCxnSpPr>
            <a:cxnSpLocks/>
          </p:cNvCxnSpPr>
          <p:nvPr/>
        </p:nvCxnSpPr>
        <p:spPr>
          <a:xfrm>
            <a:off x="6383471" y="2929468"/>
            <a:ext cx="498223" cy="1"/>
          </a:xfrm>
          <a:prstGeom prst="curvedConnector3">
            <a:avLst>
              <a:gd name="adj1" fmla="val 3079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ttore 7 15">
            <a:extLst>
              <a:ext uri="{FF2B5EF4-FFF2-40B4-BE49-F238E27FC236}">
                <a16:creationId xmlns:a16="http://schemas.microsoft.com/office/drawing/2014/main" id="{18C3F439-51ED-E5A6-E51B-740AFCB43A09}"/>
              </a:ext>
            </a:extLst>
          </p:cNvPr>
          <p:cNvCxnSpPr>
            <a:cxnSpLocks/>
          </p:cNvCxnSpPr>
          <p:nvPr/>
        </p:nvCxnSpPr>
        <p:spPr>
          <a:xfrm>
            <a:off x="6376187" y="1961152"/>
            <a:ext cx="498223" cy="1"/>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97121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Immagine che contiene vetro, contenitore, Bicchiere di vino, rosso&#10;&#10;Descrizione generata automaticamente">
            <a:extLst>
              <a:ext uri="{FF2B5EF4-FFF2-40B4-BE49-F238E27FC236}">
                <a16:creationId xmlns:a16="http://schemas.microsoft.com/office/drawing/2014/main" id="{5C3F444C-680F-699A-81ED-27D0F486DE97}"/>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5" name="Grafico 4">
            <a:extLst>
              <a:ext uri="{FF2B5EF4-FFF2-40B4-BE49-F238E27FC236}">
                <a16:creationId xmlns:a16="http://schemas.microsoft.com/office/drawing/2014/main" id="{258150B9-B945-A6FA-7634-20B9B890900B}"/>
              </a:ext>
            </a:extLst>
          </p:cNvPr>
          <p:cNvGraphicFramePr/>
          <p:nvPr>
            <p:extLst>
              <p:ext uri="{D42A27DB-BD31-4B8C-83A1-F6EECF244321}">
                <p14:modId xmlns:p14="http://schemas.microsoft.com/office/powerpoint/2010/main" val="1055787407"/>
              </p:ext>
            </p:extLst>
          </p:nvPr>
        </p:nvGraphicFramePr>
        <p:xfrm>
          <a:off x="260777" y="2830619"/>
          <a:ext cx="4562334" cy="3127484"/>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age2.png">
            <a:extLst>
              <a:ext uri="{FF2B5EF4-FFF2-40B4-BE49-F238E27FC236}">
                <a16:creationId xmlns:a16="http://schemas.microsoft.com/office/drawing/2014/main" id="{8488D8C8-96A2-4BA6-D170-D1ADBF51B6E9}"/>
              </a:ext>
            </a:extLst>
          </p:cNvPr>
          <p:cNvPicPr>
            <a:picLocks noChangeAspect="1"/>
          </p:cNvPicPr>
          <p:nvPr/>
        </p:nvPicPr>
        <p:blipFill>
          <a:blip r:embed="rId5"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9" name="Immagine 8" descr="Immagine che contiene logo&#10;&#10;Descrizione generata automaticamente">
            <a:extLst>
              <a:ext uri="{FF2B5EF4-FFF2-40B4-BE49-F238E27FC236}">
                <a16:creationId xmlns:a16="http://schemas.microsoft.com/office/drawing/2014/main" id="{2E036A62-28D8-DD6E-B255-6C7F3B4159B4}"/>
              </a:ext>
            </a:extLst>
          </p:cNvPr>
          <p:cNvPicPr>
            <a:picLocks noChangeAspect="1"/>
          </p:cNvPicPr>
          <p:nvPr/>
        </p:nvPicPr>
        <p:blipFill rotWithShape="1">
          <a:blip r:embed="rId6">
            <a:biLevel thresh="75000"/>
            <a:alphaModFix amt="50000"/>
            <a:extLst>
              <a:ext uri="{BEBA8EAE-BF5A-486C-A8C5-ECC9F3942E4B}">
                <a14:imgProps xmlns:a14="http://schemas.microsoft.com/office/drawing/2010/main">
                  <a14:imgLayer r:embed="rId7">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cxnSp>
        <p:nvCxnSpPr>
          <p:cNvPr id="4" name="Connettore 2 3"/>
          <p:cNvCxnSpPr/>
          <p:nvPr/>
        </p:nvCxnSpPr>
        <p:spPr>
          <a:xfrm flipV="1">
            <a:off x="2685358" y="2647760"/>
            <a:ext cx="985810" cy="834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asellaDiTesto 5"/>
          <p:cNvSpPr txBox="1"/>
          <p:nvPr/>
        </p:nvSpPr>
        <p:spPr>
          <a:xfrm>
            <a:off x="3404450" y="2219947"/>
            <a:ext cx="1259416" cy="369332"/>
          </a:xfrm>
          <a:prstGeom prst="rect">
            <a:avLst/>
          </a:prstGeom>
          <a:noFill/>
          <a:ln w="28575">
            <a:solidFill>
              <a:schemeClr val="accent1"/>
            </a:solidFill>
            <a:prstDash val="dash"/>
          </a:ln>
        </p:spPr>
        <p:txBody>
          <a:bodyPr wrap="square" rtlCol="0">
            <a:spAutoFit/>
          </a:bodyPr>
          <a:lstStyle/>
          <a:p>
            <a:r>
              <a:rPr lang="it-IT" dirty="0">
                <a:solidFill>
                  <a:schemeClr val="accent1"/>
                </a:solidFill>
                <a:latin typeface="Cambria Math" panose="02040503050406030204" pitchFamily="18" charset="0"/>
                <a:ea typeface="Cambria Math" panose="02040503050406030204" pitchFamily="18" charset="0"/>
              </a:rPr>
              <a:t>3.500,00 €</a:t>
            </a:r>
          </a:p>
        </p:txBody>
      </p:sp>
      <p:cxnSp>
        <p:nvCxnSpPr>
          <p:cNvPr id="13" name="Connettore 2 12"/>
          <p:cNvCxnSpPr/>
          <p:nvPr/>
        </p:nvCxnSpPr>
        <p:spPr>
          <a:xfrm flipV="1">
            <a:off x="1476887" y="2624622"/>
            <a:ext cx="374693" cy="69460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CasellaDiTesto 13"/>
          <p:cNvSpPr txBox="1"/>
          <p:nvPr/>
        </p:nvSpPr>
        <p:spPr>
          <a:xfrm>
            <a:off x="1411830" y="2215901"/>
            <a:ext cx="1273528" cy="369332"/>
          </a:xfrm>
          <a:prstGeom prst="rect">
            <a:avLst/>
          </a:prstGeom>
          <a:ln w="28575">
            <a:prstDash val="dash"/>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it-IT" dirty="0">
                <a:solidFill>
                  <a:schemeClr val="accent2"/>
                </a:solidFill>
                <a:latin typeface="Cambria Math" panose="02040503050406030204" pitchFamily="18" charset="0"/>
                <a:ea typeface="Cambria Math" panose="02040503050406030204" pitchFamily="18" charset="0"/>
              </a:rPr>
              <a:t>2.764,00 €</a:t>
            </a:r>
          </a:p>
        </p:txBody>
      </p:sp>
      <p:sp>
        <p:nvSpPr>
          <p:cNvPr id="20" name="CasellaDiTesto 19"/>
          <p:cNvSpPr txBox="1"/>
          <p:nvPr/>
        </p:nvSpPr>
        <p:spPr>
          <a:xfrm>
            <a:off x="5774993" y="1322667"/>
            <a:ext cx="3379453" cy="5078313"/>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Il fabbisogno finanziario complessivo è di </a:t>
            </a:r>
            <a:r>
              <a:rPr lang="it-IT" dirty="0">
                <a:solidFill>
                  <a:schemeClr val="accent6">
                    <a:lumMod val="75000"/>
                  </a:schemeClr>
                </a:solidFill>
                <a:latin typeface="Palatino Linotype" panose="02040502050505030304" pitchFamily="18" charset="0"/>
              </a:rPr>
              <a:t>6.264,00</a:t>
            </a:r>
            <a:r>
              <a:rPr lang="it-IT" dirty="0">
                <a:solidFill>
                  <a:schemeClr val="accent6">
                    <a:lumMod val="75000"/>
                  </a:schemeClr>
                </a:solidFill>
                <a:latin typeface="Palatino Linotype" panose="02040502050505030304" pitchFamily="18" charset="0"/>
                <a:ea typeface="Cambria Math" panose="02040503050406030204" pitchFamily="18" charset="0"/>
              </a:rPr>
              <a:t>€.</a:t>
            </a:r>
            <a:endParaRPr lang="it-IT" dirty="0">
              <a:latin typeface="Palatino Linotype" panose="02040502050505030304" pitchFamily="18" charset="0"/>
              <a:ea typeface="Cambria Math" panose="02040503050406030204" pitchFamily="18" charset="0"/>
            </a:endParaRPr>
          </a:p>
          <a:p>
            <a:endParaRPr lang="it-IT" dirty="0">
              <a:latin typeface="Palatino Linotype" panose="02040502050505030304" pitchFamily="18" charset="0"/>
              <a:ea typeface="Cambria Math" panose="02040503050406030204" pitchFamily="18" charset="0"/>
            </a:endParaRPr>
          </a:p>
          <a:p>
            <a:endParaRPr lang="it-IT" dirty="0">
              <a:latin typeface="Palatino Linotype" panose="02040502050505030304" pitchFamily="18" charset="0"/>
              <a:ea typeface="Cambria Math" panose="02040503050406030204" pitchFamily="18" charset="0"/>
            </a:endParaRPr>
          </a:p>
          <a:p>
            <a:pPr marL="285750" indent="-285750">
              <a:buFont typeface="Wingdings" pitchFamily="2" charset="2"/>
              <a:buChar char="v"/>
            </a:pPr>
            <a:r>
              <a:rPr lang="it-IT" dirty="0">
                <a:latin typeface="Palatino Linotype" panose="02040502050505030304" pitchFamily="18" charset="0"/>
                <a:ea typeface="Cambria Math" panose="02040503050406030204" pitchFamily="18" charset="0"/>
              </a:rPr>
              <a:t>L’azienda intende finanziare interamente il progetto tramite un capitale sociale di </a:t>
            </a:r>
            <a:r>
              <a:rPr lang="it-IT" dirty="0">
                <a:solidFill>
                  <a:schemeClr val="accent6">
                    <a:lumMod val="75000"/>
                  </a:schemeClr>
                </a:solidFill>
                <a:latin typeface="Palatino Linotype" panose="02040502050505030304" pitchFamily="18" charset="0"/>
                <a:ea typeface="Cambria Math" panose="02040503050406030204" pitchFamily="18" charset="0"/>
              </a:rPr>
              <a:t>10.000€.</a:t>
            </a:r>
            <a:endParaRPr lang="it-IT" dirty="0">
              <a:latin typeface="Palatino Linotype" panose="02040502050505030304" pitchFamily="18" charset="0"/>
              <a:ea typeface="Cambria Math" panose="02040503050406030204" pitchFamily="18" charset="0"/>
            </a:endParaRPr>
          </a:p>
          <a:p>
            <a:pPr marL="285750" indent="-285750">
              <a:buFont typeface="Arial" panose="020B0604020202020204" pitchFamily="34" charset="0"/>
              <a:buChar char="•"/>
            </a:pPr>
            <a:endParaRPr lang="it-IT" dirty="0">
              <a:latin typeface="Palatino Linotype" panose="02040502050505030304" pitchFamily="18" charset="0"/>
            </a:endParaRPr>
          </a:p>
          <a:p>
            <a:pPr marL="285750" indent="-285750">
              <a:buFont typeface="Arial" panose="020B0604020202020204" pitchFamily="34" charset="0"/>
              <a:buChar char="•"/>
            </a:pPr>
            <a:endParaRPr lang="it-IT" dirty="0">
              <a:latin typeface="Palatino Linotype" panose="02040502050505030304" pitchFamily="18" charset="0"/>
            </a:endParaRPr>
          </a:p>
          <a:p>
            <a:pPr marL="285750" indent="-285750">
              <a:buFont typeface="Wingdings" pitchFamily="2" charset="2"/>
              <a:buChar char="v"/>
            </a:pPr>
            <a:r>
              <a:rPr lang="it-IT" dirty="0">
                <a:latin typeface="Palatino Linotype" panose="02040502050505030304" pitchFamily="18" charset="0"/>
              </a:rPr>
              <a:t>L’eccedenza di </a:t>
            </a:r>
            <a:r>
              <a:rPr lang="it-IT" dirty="0">
                <a:solidFill>
                  <a:schemeClr val="accent6">
                    <a:lumMod val="75000"/>
                  </a:schemeClr>
                </a:solidFill>
                <a:latin typeface="Palatino Linotype" panose="02040502050505030304" pitchFamily="18" charset="0"/>
              </a:rPr>
              <a:t>3.736,00</a:t>
            </a:r>
            <a:r>
              <a:rPr lang="it-IT" dirty="0">
                <a:solidFill>
                  <a:schemeClr val="accent6">
                    <a:lumMod val="75000"/>
                  </a:schemeClr>
                </a:solidFill>
                <a:latin typeface="Palatino Linotype" panose="02040502050505030304" pitchFamily="18" charset="0"/>
                <a:ea typeface="Cambria Math" panose="02040503050406030204" pitchFamily="18" charset="0"/>
              </a:rPr>
              <a:t>€ </a:t>
            </a:r>
            <a:r>
              <a:rPr lang="it-IT" dirty="0">
                <a:latin typeface="Palatino Linotype" panose="02040502050505030304" pitchFamily="18" charset="0"/>
                <a:ea typeface="Cambria Math" panose="02040503050406030204" pitchFamily="18" charset="0"/>
              </a:rPr>
              <a:t>rappresenta lo scoperto di conto corrente che verrà impiegato come fabbisogno di liquidità.</a:t>
            </a:r>
          </a:p>
          <a:p>
            <a:pPr marL="285750" indent="-285750">
              <a:buFont typeface="Arial" panose="020B0604020202020204" pitchFamily="34" charset="0"/>
              <a:buChar char="•"/>
            </a:pPr>
            <a:endParaRPr lang="it-IT" dirty="0">
              <a:latin typeface="Cambria Math" panose="02040503050406030204" pitchFamily="18" charset="0"/>
              <a:ea typeface="Cambria Math" panose="02040503050406030204" pitchFamily="18" charset="0"/>
            </a:endParaRPr>
          </a:p>
          <a:p>
            <a:endParaRPr lang="it-IT"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endParaRPr lang="it-IT" dirty="0"/>
          </a:p>
        </p:txBody>
      </p:sp>
      <p:sp>
        <p:nvSpPr>
          <p:cNvPr id="11" name="Titolo 6">
            <a:extLst>
              <a:ext uri="{FF2B5EF4-FFF2-40B4-BE49-F238E27FC236}">
                <a16:creationId xmlns:a16="http://schemas.microsoft.com/office/drawing/2014/main" id="{A7F4987C-9156-7A28-83EB-6A049C37F46F}"/>
              </a:ext>
            </a:extLst>
          </p:cNvPr>
          <p:cNvSpPr txBox="1">
            <a:spLocks/>
          </p:cNvSpPr>
          <p:nvPr/>
        </p:nvSpPr>
        <p:spPr>
          <a:xfrm>
            <a:off x="178805" y="1189602"/>
            <a:ext cx="3624824" cy="546100"/>
          </a:xfrm>
          <a:prstGeom prst="rect">
            <a:avLst/>
          </a:prstGeom>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u="sng" dirty="0">
                <a:latin typeface="Cambria Math" panose="02040503050406030204" pitchFamily="18" charset="0"/>
                <a:ea typeface="Cambria Math" panose="02040503050406030204" pitchFamily="18" charset="0"/>
              </a:rPr>
              <a:t>F</a:t>
            </a:r>
            <a:r>
              <a:rPr lang="it-IT" sz="1800" b="1" u="sng" dirty="0">
                <a:latin typeface="Cambria Math" panose="02040503050406030204" pitchFamily="18" charset="0"/>
                <a:ea typeface="Cambria Math" panose="02040503050406030204" pitchFamily="18" charset="0"/>
              </a:rPr>
              <a:t>ABBISOGNO </a:t>
            </a:r>
            <a:r>
              <a:rPr lang="it-IT" sz="2800" b="1" u="sng" dirty="0">
                <a:latin typeface="Cambria Math" panose="02040503050406030204" pitchFamily="18" charset="0"/>
                <a:ea typeface="Cambria Math" panose="02040503050406030204" pitchFamily="18" charset="0"/>
              </a:rPr>
              <a:t>F</a:t>
            </a:r>
            <a:r>
              <a:rPr lang="it-IT" sz="1800" b="1" u="sng" dirty="0">
                <a:latin typeface="Cambria Math" panose="02040503050406030204" pitchFamily="18" charset="0"/>
                <a:ea typeface="Cambria Math" panose="02040503050406030204" pitchFamily="18" charset="0"/>
              </a:rPr>
              <a:t>INANZIARIO</a:t>
            </a:r>
          </a:p>
        </p:txBody>
      </p:sp>
      <p:sp>
        <p:nvSpPr>
          <p:cNvPr id="12" name="Titolo 6">
            <a:extLst>
              <a:ext uri="{FF2B5EF4-FFF2-40B4-BE49-F238E27FC236}">
                <a16:creationId xmlns:a16="http://schemas.microsoft.com/office/drawing/2014/main" id="{46D9550F-5195-0E5B-79FA-FD0A725BA5B1}"/>
              </a:ext>
            </a:extLst>
          </p:cNvPr>
          <p:cNvSpPr>
            <a:spLocks noGrp="1"/>
          </p:cNvSpPr>
          <p:nvPr>
            <p:ph type="title"/>
          </p:nvPr>
        </p:nvSpPr>
        <p:spPr>
          <a:xfrm>
            <a:off x="1664233" y="174651"/>
            <a:ext cx="6847419" cy="615681"/>
          </a:xfrm>
        </p:spPr>
        <p:txBody>
          <a:bodyPr>
            <a:noAutofit/>
          </a:bodyPr>
          <a:lstStyle/>
          <a:p>
            <a:pPr algn="ctr"/>
            <a:r>
              <a:rPr lang="it-IT" sz="2800" b="1" dirty="0">
                <a:latin typeface="Cambria Math" panose="02040503050406030204" pitchFamily="18" charset="0"/>
                <a:ea typeface="Cambria Math" panose="02040503050406030204" pitchFamily="18" charset="0"/>
              </a:rPr>
              <a:t>PIANO ECONOMICO-FINANZIARIO</a:t>
            </a:r>
          </a:p>
        </p:txBody>
      </p:sp>
    </p:spTree>
    <p:extLst>
      <p:ext uri="{BB962C8B-B14F-4D97-AF65-F5344CB8AC3E}">
        <p14:creationId xmlns:p14="http://schemas.microsoft.com/office/powerpoint/2010/main" val="41871952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B9AB51F3-599D-FE70-F2ED-DFB10BF4CA55}"/>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sp>
        <p:nvSpPr>
          <p:cNvPr id="7" name="Titolo 6">
            <a:extLst>
              <a:ext uri="{FF2B5EF4-FFF2-40B4-BE49-F238E27FC236}">
                <a16:creationId xmlns:a16="http://schemas.microsoft.com/office/drawing/2014/main" id="{EADBC930-41DF-70B4-D430-4F65A4563D87}"/>
              </a:ext>
            </a:extLst>
          </p:cNvPr>
          <p:cNvSpPr>
            <a:spLocks noGrp="1"/>
          </p:cNvSpPr>
          <p:nvPr>
            <p:ph type="title"/>
          </p:nvPr>
        </p:nvSpPr>
        <p:spPr>
          <a:xfrm>
            <a:off x="2989294" y="399992"/>
            <a:ext cx="3885921" cy="615681"/>
          </a:xfrm>
        </p:spPr>
        <p:txBody>
          <a:bodyPr>
            <a:normAutofit/>
          </a:bodyPr>
          <a:lstStyle/>
          <a:p>
            <a:pPr algn="ctr"/>
            <a:r>
              <a:rPr lang="it-IT" sz="2800" b="1" dirty="0">
                <a:latin typeface="Cambria Math" panose="02040503050406030204" pitchFamily="18" charset="0"/>
                <a:ea typeface="Cambria Math" panose="02040503050406030204" pitchFamily="18" charset="0"/>
              </a:rPr>
              <a:t>BREAK EVEN POINT</a:t>
            </a:r>
          </a:p>
        </p:txBody>
      </p:sp>
      <p:pic>
        <p:nvPicPr>
          <p:cNvPr id="8" name="image2.png">
            <a:extLst>
              <a:ext uri="{FF2B5EF4-FFF2-40B4-BE49-F238E27FC236}">
                <a16:creationId xmlns:a16="http://schemas.microsoft.com/office/drawing/2014/main" id="{A1A9ECF9-6135-73FF-F643-A2C632E7EBB3}"/>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9" name="Immagine 8" descr="Immagine che contiene logo&#10;&#10;Descrizione generata automaticamente">
            <a:extLst>
              <a:ext uri="{FF2B5EF4-FFF2-40B4-BE49-F238E27FC236}">
                <a16:creationId xmlns:a16="http://schemas.microsoft.com/office/drawing/2014/main" id="{7C63EFDB-8AFF-4F50-F412-413B1368A1F2}"/>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cxnSp>
        <p:nvCxnSpPr>
          <p:cNvPr id="11" name="Connettore 2 10"/>
          <p:cNvCxnSpPr>
            <a:cxnSpLocks/>
          </p:cNvCxnSpPr>
          <p:nvPr/>
        </p:nvCxnSpPr>
        <p:spPr>
          <a:xfrm>
            <a:off x="1726060" y="3926512"/>
            <a:ext cx="482163" cy="124144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CasellaDiTesto 13"/>
          <p:cNvSpPr txBox="1"/>
          <p:nvPr/>
        </p:nvSpPr>
        <p:spPr>
          <a:xfrm>
            <a:off x="1891374" y="5255201"/>
            <a:ext cx="1097919" cy="461665"/>
          </a:xfrm>
          <a:prstGeom prst="rect">
            <a:avLst/>
          </a:prstGeom>
          <a:noFill/>
        </p:spPr>
        <p:txBody>
          <a:bodyPr wrap="square" rtlCol="0">
            <a:spAutoFit/>
          </a:bodyPr>
          <a:lstStyle/>
          <a:p>
            <a:r>
              <a:rPr lang="it-IT" sz="2400" b="1" dirty="0">
                <a:solidFill>
                  <a:schemeClr val="accent6"/>
                </a:solidFill>
              </a:rPr>
              <a:t>1665!</a:t>
            </a:r>
          </a:p>
        </p:txBody>
      </p:sp>
      <p:sp>
        <p:nvSpPr>
          <p:cNvPr id="15" name="Ovale 14"/>
          <p:cNvSpPr/>
          <p:nvPr/>
        </p:nvSpPr>
        <p:spPr>
          <a:xfrm>
            <a:off x="1899874" y="5210145"/>
            <a:ext cx="886549" cy="551778"/>
          </a:xfrm>
          <a:prstGeom prst="ellipse">
            <a:avLst/>
          </a:prstGeom>
          <a:noFill/>
          <a:ln w="2857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p:cNvSpPr txBox="1"/>
          <p:nvPr/>
        </p:nvSpPr>
        <p:spPr>
          <a:xfrm>
            <a:off x="7011920" y="1274885"/>
            <a:ext cx="2395959" cy="2862322"/>
          </a:xfrm>
          <a:prstGeom prst="rect">
            <a:avLst/>
          </a:prstGeom>
          <a:noFill/>
        </p:spPr>
        <p:txBody>
          <a:bodyPr wrap="square" rtlCol="0">
            <a:spAutoFit/>
          </a:bodyPr>
          <a:lstStyle/>
          <a:p>
            <a:pPr marL="285750" indent="-285750">
              <a:buFont typeface="Wingdings" pitchFamily="2" charset="2"/>
              <a:buChar char="v"/>
            </a:pPr>
            <a:r>
              <a:rPr lang="it-IT" dirty="0">
                <a:latin typeface="Palatino Linotype" panose="02040502050505030304" pitchFamily="18" charset="0"/>
              </a:rPr>
              <a:t> </a:t>
            </a:r>
            <a:r>
              <a:rPr lang="it-IT" b="1" dirty="0">
                <a:latin typeface="Palatino Linotype" panose="02040502050505030304" pitchFamily="18" charset="0"/>
              </a:rPr>
              <a:t>Costi fissi</a:t>
            </a:r>
            <a:r>
              <a:rPr lang="it-IT" dirty="0">
                <a:latin typeface="Palatino Linotype" panose="02040502050505030304" pitchFamily="18" charset="0"/>
              </a:rPr>
              <a:t>: 13.263,00 €</a:t>
            </a:r>
          </a:p>
          <a:p>
            <a:endParaRPr lang="it-IT" dirty="0">
              <a:latin typeface="Palatino Linotype" panose="02040502050505030304" pitchFamily="18" charset="0"/>
            </a:endParaRPr>
          </a:p>
          <a:p>
            <a:endParaRPr lang="it-IT" dirty="0">
              <a:latin typeface="Palatino Linotype" panose="02040502050505030304" pitchFamily="18" charset="0"/>
            </a:endParaRPr>
          </a:p>
          <a:p>
            <a:pPr marL="285750" lvl="0" indent="-285750">
              <a:buFont typeface="Wingdings" pitchFamily="2" charset="2"/>
              <a:buChar char="v"/>
            </a:pPr>
            <a:r>
              <a:rPr lang="it-IT" b="1" dirty="0">
                <a:latin typeface="Palatino Linotype" panose="02040502050505030304" pitchFamily="18" charset="0"/>
              </a:rPr>
              <a:t>Prezzo di vendita</a:t>
            </a:r>
            <a:r>
              <a:rPr lang="it-IT" dirty="0">
                <a:latin typeface="Palatino Linotype" panose="02040502050505030304" pitchFamily="18" charset="0"/>
              </a:rPr>
              <a:t>: 10,00 €</a:t>
            </a:r>
          </a:p>
          <a:p>
            <a:pPr lvl="0"/>
            <a:endParaRPr lang="it-IT" dirty="0">
              <a:latin typeface="Palatino Linotype" panose="02040502050505030304" pitchFamily="18" charset="0"/>
            </a:endParaRPr>
          </a:p>
          <a:p>
            <a:pPr lvl="0"/>
            <a:endParaRPr lang="it-IT" dirty="0">
              <a:latin typeface="Palatino Linotype" panose="02040502050505030304" pitchFamily="18" charset="0"/>
            </a:endParaRPr>
          </a:p>
          <a:p>
            <a:pPr marL="285750" lvl="0" indent="-285750">
              <a:buFont typeface="Wingdings" pitchFamily="2" charset="2"/>
              <a:buChar char="v"/>
            </a:pPr>
            <a:r>
              <a:rPr lang="it-IT" b="1" dirty="0">
                <a:latin typeface="Palatino Linotype" panose="02040502050505030304" pitchFamily="18" charset="0"/>
              </a:rPr>
              <a:t>Costo variabile unitario</a:t>
            </a:r>
            <a:r>
              <a:rPr lang="it-IT" dirty="0">
                <a:latin typeface="Palatino Linotype" panose="02040502050505030304" pitchFamily="18" charset="0"/>
              </a:rPr>
              <a:t>: 2,00 €</a:t>
            </a:r>
          </a:p>
        </p:txBody>
      </p:sp>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72A46A30-DFD1-1D48-BF0B-A30E0AF88C8F}"/>
                  </a:ext>
                </a:extLst>
              </p:cNvPr>
              <p:cNvSpPr txBox="1"/>
              <p:nvPr/>
            </p:nvSpPr>
            <p:spPr>
              <a:xfrm>
                <a:off x="3899560" y="5422838"/>
                <a:ext cx="4956485" cy="575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𝑩𝑬𝑷</m:t>
                      </m:r>
                      <m:r>
                        <a:rPr lang="it-IT" b="1" i="1" smtClean="0">
                          <a:latin typeface="Cambria Math" panose="02040503050406030204" pitchFamily="18" charset="0"/>
                        </a:rPr>
                        <m:t>=</m:t>
                      </m:r>
                      <m:f>
                        <m:fPr>
                          <m:ctrlPr>
                            <a:rPr lang="it-IT" b="1" i="1" smtClean="0">
                              <a:latin typeface="Cambria Math" panose="02040503050406030204" pitchFamily="18" charset="0"/>
                            </a:rPr>
                          </m:ctrlPr>
                        </m:fPr>
                        <m:num>
                          <m:r>
                            <a:rPr lang="it-IT" b="1" i="1">
                              <a:latin typeface="Cambria Math" panose="02040503050406030204" pitchFamily="18" charset="0"/>
                            </a:rPr>
                            <m:t>𝑪𝒐𝒔𝒕𝒊𝒇𝒊𝒔𝒔𝒊</m:t>
                          </m:r>
                        </m:num>
                        <m:den>
                          <m:r>
                            <a:rPr lang="it-IT" b="1" i="1">
                              <a:latin typeface="Cambria Math" panose="02040503050406030204" pitchFamily="18" charset="0"/>
                            </a:rPr>
                            <m:t>(</m:t>
                          </m:r>
                          <m:r>
                            <a:rPr lang="it-IT" b="1" i="1">
                              <a:latin typeface="Cambria Math" panose="02040503050406030204" pitchFamily="18" charset="0"/>
                            </a:rPr>
                            <m:t>𝑷𝒓𝒆𝒛𝒛𝒐</m:t>
                          </m:r>
                          <m:r>
                            <a:rPr lang="it-IT" b="1" i="1">
                              <a:latin typeface="Cambria Math" panose="02040503050406030204" pitchFamily="18" charset="0"/>
                            </a:rPr>
                            <m:t> </m:t>
                          </m:r>
                          <m:r>
                            <a:rPr lang="it-IT" b="1" i="1">
                              <a:latin typeface="Cambria Math" panose="02040503050406030204" pitchFamily="18" charset="0"/>
                            </a:rPr>
                            <m:t>𝒅𝒊</m:t>
                          </m:r>
                          <m:r>
                            <a:rPr lang="it-IT" b="1" i="1">
                              <a:latin typeface="Cambria Math" panose="02040503050406030204" pitchFamily="18" charset="0"/>
                            </a:rPr>
                            <m:t> </m:t>
                          </m:r>
                          <m:r>
                            <a:rPr lang="it-IT" b="1" i="1">
                              <a:latin typeface="Cambria Math" panose="02040503050406030204" pitchFamily="18" charset="0"/>
                            </a:rPr>
                            <m:t>𝒗𝒆𝒏𝒅𝒊𝒕𝒂</m:t>
                          </m:r>
                          <m:r>
                            <a:rPr lang="it-IT" b="1" i="1">
                              <a:latin typeface="Cambria Math" panose="02040503050406030204" pitchFamily="18" charset="0"/>
                            </a:rPr>
                            <m:t>−</m:t>
                          </m:r>
                          <m:r>
                            <a:rPr lang="it-IT" b="1" i="1">
                              <a:latin typeface="Cambria Math" panose="02040503050406030204" pitchFamily="18" charset="0"/>
                            </a:rPr>
                            <m:t>𝑪𝒐𝒔𝒕𝒊</m:t>
                          </m:r>
                          <m:r>
                            <a:rPr lang="it-IT" b="1" i="1">
                              <a:latin typeface="Cambria Math" panose="02040503050406030204" pitchFamily="18" charset="0"/>
                            </a:rPr>
                            <m:t> </m:t>
                          </m:r>
                          <m:r>
                            <a:rPr lang="it-IT" b="1" i="1">
                              <a:latin typeface="Cambria Math" panose="02040503050406030204" pitchFamily="18" charset="0"/>
                            </a:rPr>
                            <m:t>𝒗𝒂𝒓𝒊𝒂𝒃𝒊𝒍𝒊</m:t>
                          </m:r>
                          <m:r>
                            <a:rPr lang="it-IT" b="1" i="1">
                              <a:latin typeface="Cambria Math" panose="02040503050406030204" pitchFamily="18" charset="0"/>
                            </a:rPr>
                            <m:t>)</m:t>
                          </m:r>
                        </m:den>
                      </m:f>
                    </m:oMath>
                  </m:oMathPara>
                </a14:m>
                <a:endParaRPr lang="it-IT" b="1" i="1" dirty="0">
                  <a:latin typeface="Palatino Linotype" panose="02040502050505030304" pitchFamily="18" charset="0"/>
                </a:endParaRPr>
              </a:p>
            </p:txBody>
          </p:sp>
        </mc:Choice>
        <mc:Fallback xmlns="">
          <p:sp>
            <p:nvSpPr>
              <p:cNvPr id="12" name="CasellaDiTesto 11">
                <a:extLst>
                  <a:ext uri="{FF2B5EF4-FFF2-40B4-BE49-F238E27FC236}">
                    <a16:creationId xmlns:a16="http://schemas.microsoft.com/office/drawing/2014/main" id="{72A46A30-DFD1-1D48-BF0B-A30E0AF88C8F}"/>
                  </a:ext>
                </a:extLst>
              </p:cNvPr>
              <p:cNvSpPr txBox="1">
                <a:spLocks noRot="1" noChangeAspect="1" noMove="1" noResize="1" noEditPoints="1" noAdjustHandles="1" noChangeArrowheads="1" noChangeShapeType="1" noTextEdit="1"/>
              </p:cNvSpPr>
              <p:nvPr/>
            </p:nvSpPr>
            <p:spPr>
              <a:xfrm>
                <a:off x="3899560" y="5422838"/>
                <a:ext cx="4956485" cy="575735"/>
              </a:xfrm>
              <a:prstGeom prst="rect">
                <a:avLst/>
              </a:prstGeom>
              <a:blipFill>
                <a:blip r:embed="rId7"/>
                <a:stretch>
                  <a:fillRect l="-767" t="-6522" r="-1023" b="-19565"/>
                </a:stretch>
              </a:blipFill>
            </p:spPr>
            <p:txBody>
              <a:bodyPr/>
              <a:lstStyle/>
              <a:p>
                <a:r>
                  <a:rPr lang="it-IT">
                    <a:noFill/>
                  </a:rPr>
                  <a:t> </a:t>
                </a:r>
              </a:p>
            </p:txBody>
          </p:sp>
        </mc:Fallback>
      </mc:AlternateContent>
      <p:graphicFrame>
        <p:nvGraphicFramePr>
          <p:cNvPr id="5" name="Grafico 4">
            <a:extLst>
              <a:ext uri="{FF2B5EF4-FFF2-40B4-BE49-F238E27FC236}">
                <a16:creationId xmlns:a16="http://schemas.microsoft.com/office/drawing/2014/main" id="{56350DBC-D5D6-2CC6-86C7-9DADC7CDA5CE}"/>
              </a:ext>
            </a:extLst>
          </p:cNvPr>
          <p:cNvGraphicFramePr>
            <a:graphicFrameLocks/>
          </p:cNvGraphicFramePr>
          <p:nvPr>
            <p:extLst>
              <p:ext uri="{D42A27DB-BD31-4B8C-83A1-F6EECF244321}">
                <p14:modId xmlns:p14="http://schemas.microsoft.com/office/powerpoint/2010/main" val="3988425385"/>
              </p:ext>
            </p:extLst>
          </p:nvPr>
        </p:nvGraphicFramePr>
        <p:xfrm>
          <a:off x="194488" y="859427"/>
          <a:ext cx="6459000" cy="425698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99252205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vetro, contenitore, Bicchiere di vino, rosso&#10;&#10;Descrizione generata automaticamente">
            <a:extLst>
              <a:ext uri="{FF2B5EF4-FFF2-40B4-BE49-F238E27FC236}">
                <a16:creationId xmlns:a16="http://schemas.microsoft.com/office/drawing/2014/main" id="{ABB3D8A2-B0FC-823C-1108-596B14D02E7E}"/>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pic>
        <p:nvPicPr>
          <p:cNvPr id="7" name="image2.png">
            <a:extLst>
              <a:ext uri="{FF2B5EF4-FFF2-40B4-BE49-F238E27FC236}">
                <a16:creationId xmlns:a16="http://schemas.microsoft.com/office/drawing/2014/main" id="{F144C257-F50E-14BF-3CD6-DCF32D23B359}"/>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12B40097-4E40-4664-9B03-21BCDA267DFA}"/>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4" name="Titolo 6">
            <a:extLst>
              <a:ext uri="{FF2B5EF4-FFF2-40B4-BE49-F238E27FC236}">
                <a16:creationId xmlns:a16="http://schemas.microsoft.com/office/drawing/2014/main" id="{744536DF-760C-F464-035D-D32FE1FE94FF}"/>
              </a:ext>
            </a:extLst>
          </p:cNvPr>
          <p:cNvSpPr txBox="1">
            <a:spLocks/>
          </p:cNvSpPr>
          <p:nvPr/>
        </p:nvSpPr>
        <p:spPr>
          <a:xfrm>
            <a:off x="178805" y="224886"/>
            <a:ext cx="3478795" cy="546100"/>
          </a:xfrm>
          <a:prstGeom prst="rect">
            <a:avLst/>
          </a:prstGeom>
          <a:effectLst>
            <a:outerShdw blurRad="50800" dist="38100" dir="8100000" algn="tr" rotWithShape="0">
              <a:prstClr val="black">
                <a:alpha val="40000"/>
              </a:prst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400" b="1" u="sng" dirty="0">
                <a:latin typeface="Cambria Math" panose="02040503050406030204" pitchFamily="18" charset="0"/>
                <a:ea typeface="Cambria Math" panose="02040503050406030204" pitchFamily="18" charset="0"/>
              </a:rPr>
              <a:t>Conto Economico</a:t>
            </a:r>
          </a:p>
        </p:txBody>
      </p:sp>
      <p:graphicFrame>
        <p:nvGraphicFramePr>
          <p:cNvPr id="3" name="Tabella 2">
            <a:extLst>
              <a:ext uri="{FF2B5EF4-FFF2-40B4-BE49-F238E27FC236}">
                <a16:creationId xmlns:a16="http://schemas.microsoft.com/office/drawing/2014/main" id="{DA6787D9-0A08-3AD7-DB95-15874156BECD}"/>
              </a:ext>
            </a:extLst>
          </p:cNvPr>
          <p:cNvGraphicFramePr>
            <a:graphicFrameLocks noGrp="1"/>
          </p:cNvGraphicFramePr>
          <p:nvPr>
            <p:extLst>
              <p:ext uri="{D42A27DB-BD31-4B8C-83A1-F6EECF244321}">
                <p14:modId xmlns:p14="http://schemas.microsoft.com/office/powerpoint/2010/main" val="4235213780"/>
              </p:ext>
            </p:extLst>
          </p:nvPr>
        </p:nvGraphicFramePr>
        <p:xfrm>
          <a:off x="434443" y="1201243"/>
          <a:ext cx="8959702" cy="2868183"/>
        </p:xfrm>
        <a:graphic>
          <a:graphicData uri="http://schemas.openxmlformats.org/drawingml/2006/table">
            <a:tbl>
              <a:tblPr firstRow="1" bandRow="1">
                <a:tableStyleId>{2A488322-F2BA-4B5B-9748-0D474271808F}</a:tableStyleId>
              </a:tblPr>
              <a:tblGrid>
                <a:gridCol w="3912186">
                  <a:extLst>
                    <a:ext uri="{9D8B030D-6E8A-4147-A177-3AD203B41FA5}">
                      <a16:colId xmlns:a16="http://schemas.microsoft.com/office/drawing/2014/main" val="3192496618"/>
                    </a:ext>
                  </a:extLst>
                </a:gridCol>
                <a:gridCol w="1538200">
                  <a:extLst>
                    <a:ext uri="{9D8B030D-6E8A-4147-A177-3AD203B41FA5}">
                      <a16:colId xmlns:a16="http://schemas.microsoft.com/office/drawing/2014/main" val="3625052953"/>
                    </a:ext>
                  </a:extLst>
                </a:gridCol>
                <a:gridCol w="1754658">
                  <a:extLst>
                    <a:ext uri="{9D8B030D-6E8A-4147-A177-3AD203B41FA5}">
                      <a16:colId xmlns:a16="http://schemas.microsoft.com/office/drawing/2014/main" val="3708229517"/>
                    </a:ext>
                  </a:extLst>
                </a:gridCol>
                <a:gridCol w="1754658">
                  <a:extLst>
                    <a:ext uri="{9D8B030D-6E8A-4147-A177-3AD203B41FA5}">
                      <a16:colId xmlns:a16="http://schemas.microsoft.com/office/drawing/2014/main" val="2114857841"/>
                    </a:ext>
                  </a:extLst>
                </a:gridCol>
              </a:tblGrid>
              <a:tr h="377848">
                <a:tc gridSpan="4">
                  <a:txBody>
                    <a:bodyPr/>
                    <a:lstStyle/>
                    <a:p>
                      <a:pPr algn="ctr"/>
                      <a:r>
                        <a:rPr lang="it-IT" sz="1600" dirty="0">
                          <a:latin typeface="+mn-lt"/>
                        </a:rPr>
                        <a:t>CONTO ECONOMICO PREVISIONALE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3980866334"/>
                  </a:ext>
                </a:extLst>
              </a:tr>
              <a:tr h="348783">
                <a:tc>
                  <a:txBody>
                    <a:bodyPr/>
                    <a:lstStyle/>
                    <a:p>
                      <a:endParaRPr lang="it-IT"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rPr>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rPr>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dirty="0">
                          <a:latin typeface="+mn-lt"/>
                        </a:rPr>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352966"/>
                  </a:ext>
                </a:extLst>
              </a:tr>
              <a:tr h="554465">
                <a:tc>
                  <a:txBody>
                    <a:bodyPr/>
                    <a:lstStyle/>
                    <a:p>
                      <a:r>
                        <a:rPr lang="it-IT" sz="1600" dirty="0">
                          <a:latin typeface="+mn-lt"/>
                        </a:rPr>
                        <a:t>TOTALE VALORE DELLA PRODUZIONE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17.280,00 €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21.600,00 €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30.240,00 €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845465"/>
                  </a:ext>
                </a:extLst>
              </a:tr>
              <a:tr h="581247">
                <a:tc>
                  <a:txBody>
                    <a:bodyPr/>
                    <a:lstStyle/>
                    <a:p>
                      <a:r>
                        <a:rPr lang="it-IT" sz="1600" dirty="0">
                          <a:latin typeface="+mn-lt"/>
                        </a:rPr>
                        <a:t>EBITDA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1.319,00 €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7.916,00 €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it-IT" sz="1600" dirty="0">
                          <a:latin typeface="+mn-lt"/>
                        </a:rPr>
                        <a:t>            14.925,00 €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0340336"/>
                  </a:ext>
                </a:extLst>
              </a:tr>
              <a:tr h="319718">
                <a:tc>
                  <a:txBody>
                    <a:bodyPr/>
                    <a:lstStyle/>
                    <a:p>
                      <a:r>
                        <a:rPr lang="it-IT" sz="1600" dirty="0">
                          <a:latin typeface="+mn-lt"/>
                        </a:rPr>
                        <a:t>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             561,00 €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              7.086,00 €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              13.995,00 €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740991"/>
                  </a:ext>
                </a:extLst>
              </a:tr>
              <a:tr h="321915">
                <a:tc>
                  <a:txBody>
                    <a:bodyPr/>
                    <a:lstStyle/>
                    <a:p>
                      <a:r>
                        <a:rPr lang="it-IT" sz="1600" dirty="0">
                          <a:latin typeface="+mn-lt"/>
                        </a:rPr>
                        <a:t>REDDITO OPERATIVO ANTE IMPOSTE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561,00 €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            7.086,00 €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600" b="0" i="0" u="none" strike="noStrike" dirty="0">
                          <a:solidFill>
                            <a:srgbClr val="000000"/>
                          </a:solidFill>
                          <a:effectLst/>
                          <a:latin typeface="+mn-lt"/>
                        </a:rPr>
                        <a:t>            13.995,00 €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449122"/>
                  </a:ext>
                </a:extLst>
              </a:tr>
              <a:tr h="321915">
                <a:tc>
                  <a:txBody>
                    <a:bodyPr/>
                    <a:lstStyle/>
                    <a:p>
                      <a:r>
                        <a:rPr lang="it-IT" sz="1600" dirty="0">
                          <a:solidFill>
                            <a:schemeClr val="tx1"/>
                          </a:solidFill>
                          <a:latin typeface="+mn-lt"/>
                        </a:rPr>
                        <a:t>UTILE/PERDITA D’ESERCIZIO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r" fontAlgn="b"/>
                      <a:r>
                        <a:rPr lang="it-IT" sz="1600" b="0" i="0" u="none" strike="noStrike" dirty="0">
                          <a:solidFill>
                            <a:srgbClr val="FFFFFF"/>
                          </a:solidFill>
                          <a:effectLst/>
                          <a:latin typeface="+mn-lt"/>
                        </a:rPr>
                        <a:t>             -  220,00 €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r" fontAlgn="b"/>
                      <a:r>
                        <a:rPr lang="it-IT" sz="1600" b="0" i="0" u="none" strike="noStrike" dirty="0">
                          <a:solidFill>
                            <a:schemeClr val="tx1"/>
                          </a:solidFill>
                          <a:effectLst/>
                          <a:latin typeface="+mn-lt"/>
                        </a:rPr>
                        <a:t>             4.571,00 €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r" fontAlgn="b"/>
                      <a:r>
                        <a:rPr lang="it-IT" sz="1600" b="0" i="0" u="none" strike="noStrike" dirty="0">
                          <a:solidFill>
                            <a:schemeClr val="tx1"/>
                          </a:solidFill>
                          <a:effectLst/>
                          <a:latin typeface="+mn-lt"/>
                        </a:rPr>
                        <a:t>              9.484,00 €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765674006"/>
                  </a:ext>
                </a:extLst>
              </a:tr>
            </a:tbl>
          </a:graphicData>
        </a:graphic>
      </p:graphicFrame>
      <p:sp>
        <p:nvSpPr>
          <p:cNvPr id="9" name="CasellaDiTesto 8">
            <a:extLst>
              <a:ext uri="{FF2B5EF4-FFF2-40B4-BE49-F238E27FC236}">
                <a16:creationId xmlns:a16="http://schemas.microsoft.com/office/drawing/2014/main" id="{68C53ECF-2607-1026-1DFF-384750EE1722}"/>
              </a:ext>
            </a:extLst>
          </p:cNvPr>
          <p:cNvSpPr txBox="1"/>
          <p:nvPr/>
        </p:nvSpPr>
        <p:spPr>
          <a:xfrm>
            <a:off x="434443" y="4499683"/>
            <a:ext cx="8433865" cy="1477328"/>
          </a:xfrm>
          <a:prstGeom prst="rect">
            <a:avLst/>
          </a:prstGeom>
          <a:noFill/>
        </p:spPr>
        <p:txBody>
          <a:bodyPr wrap="square" rtlCol="0">
            <a:spAutoFit/>
          </a:bodyPr>
          <a:lstStyle/>
          <a:p>
            <a:r>
              <a:rPr lang="it-IT" dirty="0">
                <a:latin typeface="Cambria Math" panose="02040503050406030204" pitchFamily="18" charset="0"/>
                <a:ea typeface="Cambria Math" panose="02040503050406030204" pitchFamily="18" charset="0"/>
              </a:rPr>
              <a:t>Si può notare come nel primo anno di gestione il risultato d’esercizio sarà in perdita a causa dei costi elevati per la creazione dell’e-commerce. </a:t>
            </a:r>
          </a:p>
          <a:p>
            <a:r>
              <a:rPr lang="it-IT" dirty="0">
                <a:latin typeface="Cambria Math" panose="02040503050406030204" pitchFamily="18" charset="0"/>
                <a:ea typeface="Cambria Math" panose="02040503050406030204" pitchFamily="18" charset="0"/>
              </a:rPr>
              <a:t>Negli anni successivi si prevede di recuperare ampiamente la perdita del primo anno grazie ai minori costi ma soprattutto alle maggiori quantità che si stimano di vendere.</a:t>
            </a:r>
          </a:p>
        </p:txBody>
      </p:sp>
    </p:spTree>
    <p:extLst>
      <p:ext uri="{BB962C8B-B14F-4D97-AF65-F5344CB8AC3E}">
        <p14:creationId xmlns:p14="http://schemas.microsoft.com/office/powerpoint/2010/main" val="2938196714"/>
      </p:ext>
    </p:extLst>
  </p:cSld>
  <p:clrMapOvr>
    <a:masterClrMapping/>
  </p:clrMapOvr>
  <p:transition spd="slow">
    <p:wheel spokes="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vetro, contenitore, Bicchiere di vino, rosso&#10;&#10;Descrizione generata automaticamente">
            <a:extLst>
              <a:ext uri="{FF2B5EF4-FFF2-40B4-BE49-F238E27FC236}">
                <a16:creationId xmlns:a16="http://schemas.microsoft.com/office/drawing/2014/main" id="{2FB3FF1C-8448-A1FB-DB73-164D9D2F0927}"/>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2" name="Tabella 2">
            <a:extLst>
              <a:ext uri="{FF2B5EF4-FFF2-40B4-BE49-F238E27FC236}">
                <a16:creationId xmlns:a16="http://schemas.microsoft.com/office/drawing/2014/main" id="{F378BF4B-7B39-7F23-708E-0580754DDCF3}"/>
              </a:ext>
            </a:extLst>
          </p:cNvPr>
          <p:cNvGraphicFramePr>
            <a:graphicFrameLocks noGrp="1"/>
          </p:cNvGraphicFramePr>
          <p:nvPr>
            <p:extLst>
              <p:ext uri="{D42A27DB-BD31-4B8C-83A1-F6EECF244321}">
                <p14:modId xmlns:p14="http://schemas.microsoft.com/office/powerpoint/2010/main" val="1012595952"/>
              </p:ext>
            </p:extLst>
          </p:nvPr>
        </p:nvGraphicFramePr>
        <p:xfrm>
          <a:off x="453656" y="304800"/>
          <a:ext cx="8284746" cy="4348882"/>
        </p:xfrm>
        <a:graphic>
          <a:graphicData uri="http://schemas.openxmlformats.org/drawingml/2006/table">
            <a:tbl>
              <a:tblPr firstRow="1" bandRow="1">
                <a:tableStyleId>{2A488322-F2BA-4B5B-9748-0D474271808F}</a:tableStyleId>
              </a:tblPr>
              <a:tblGrid>
                <a:gridCol w="3109541">
                  <a:extLst>
                    <a:ext uri="{9D8B030D-6E8A-4147-A177-3AD203B41FA5}">
                      <a16:colId xmlns:a16="http://schemas.microsoft.com/office/drawing/2014/main" val="3192496618"/>
                    </a:ext>
                  </a:extLst>
                </a:gridCol>
                <a:gridCol w="1646555">
                  <a:extLst>
                    <a:ext uri="{9D8B030D-6E8A-4147-A177-3AD203B41FA5}">
                      <a16:colId xmlns:a16="http://schemas.microsoft.com/office/drawing/2014/main" val="3625052953"/>
                    </a:ext>
                  </a:extLst>
                </a:gridCol>
                <a:gridCol w="1764325">
                  <a:extLst>
                    <a:ext uri="{9D8B030D-6E8A-4147-A177-3AD203B41FA5}">
                      <a16:colId xmlns:a16="http://schemas.microsoft.com/office/drawing/2014/main" val="3708229517"/>
                    </a:ext>
                  </a:extLst>
                </a:gridCol>
                <a:gridCol w="1764325">
                  <a:extLst>
                    <a:ext uri="{9D8B030D-6E8A-4147-A177-3AD203B41FA5}">
                      <a16:colId xmlns:a16="http://schemas.microsoft.com/office/drawing/2014/main" val="2114857841"/>
                    </a:ext>
                  </a:extLst>
                </a:gridCol>
              </a:tblGrid>
              <a:tr h="303554">
                <a:tc gridSpan="4">
                  <a:txBody>
                    <a:bodyPr/>
                    <a:lstStyle/>
                    <a:p>
                      <a:pPr algn="ctr"/>
                      <a:r>
                        <a:rPr lang="it-IT" sz="2000" dirty="0"/>
                        <a:t>STATO PATRIMONIALE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hMerge="1">
                  <a:txBody>
                    <a:bodyPr/>
                    <a:lstStyle/>
                    <a:p>
                      <a:endParaRPr lang="it-IT" dirty="0"/>
                    </a:p>
                  </a:txBody>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3980866334"/>
                  </a:ext>
                </a:extLst>
              </a:tr>
              <a:tr h="346973">
                <a:tc>
                  <a:txBody>
                    <a:bodyPr/>
                    <a:lstStyle/>
                    <a:p>
                      <a:r>
                        <a:rPr lang="it-IT" sz="1600" b="1" dirty="0"/>
                        <a:t>ATTIVO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it-IT" sz="1600" b="1" dirty="0"/>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600" b="1" dirty="0"/>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352966"/>
                  </a:ext>
                </a:extLst>
              </a:tr>
              <a:tr h="318058">
                <a:tc>
                  <a:txBody>
                    <a:bodyPr/>
                    <a:lstStyle/>
                    <a:p>
                      <a:r>
                        <a:rPr lang="it-IT" sz="1600" dirty="0"/>
                        <a:t>TOTALE IMMOBILIZZAZIONI NETTE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2.800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2.100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1.400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845465"/>
                  </a:ext>
                </a:extLst>
              </a:tr>
              <a:tr h="391278">
                <a:tc>
                  <a:txBody>
                    <a:bodyPr/>
                    <a:lstStyle/>
                    <a:p>
                      <a:r>
                        <a:rPr lang="it-IT" sz="1600" dirty="0"/>
                        <a:t>TOTALE CREDITI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it-IT" sz="1800" dirty="0"/>
                        <a:t>                  2.822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it-IT" sz="1800" dirty="0"/>
                        <a:t>                    3.470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800" dirty="0"/>
                        <a:t>                    4.810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357559"/>
                  </a:ext>
                </a:extLst>
              </a:tr>
              <a:tr h="289144">
                <a:tc>
                  <a:txBody>
                    <a:bodyPr/>
                    <a:lstStyle/>
                    <a:p>
                      <a:r>
                        <a:rPr lang="it-IT" sz="1600" dirty="0"/>
                        <a:t>TOTALE DISPONIBILITA’ LIQUIDE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9.935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12.068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19.897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740991"/>
                  </a:ext>
                </a:extLst>
              </a:tr>
              <a:tr h="289144">
                <a:tc>
                  <a:txBody>
                    <a:bodyPr/>
                    <a:lstStyle/>
                    <a:p>
                      <a:r>
                        <a:rPr lang="it-IT" sz="1600" dirty="0"/>
                        <a:t>TOTALE ATTIVO CIRCOLANTE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12.758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15.538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24.706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9748486"/>
                  </a:ext>
                </a:extLst>
              </a:tr>
              <a:tr h="549373">
                <a:tc>
                  <a:txBody>
                    <a:bodyPr/>
                    <a:lstStyle/>
                    <a:p>
                      <a:r>
                        <a:rPr lang="it-IT" sz="1600" b="1" dirty="0"/>
                        <a:t>TOTALE ATTIVO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fontAlgn="b"/>
                      <a:r>
                        <a:rPr lang="it-IT" sz="1800" b="1" i="0" u="none" strike="noStrike" dirty="0">
                          <a:solidFill>
                            <a:srgbClr val="000000"/>
                          </a:solidFill>
                          <a:effectLst/>
                          <a:latin typeface="Calibri" panose="020F0502020204030204" pitchFamily="34" charset="0"/>
                        </a:rPr>
                        <a:t>             15.558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800" b="1" i="0" u="none" strike="noStrike" dirty="0">
                          <a:solidFill>
                            <a:srgbClr val="000000"/>
                          </a:solidFill>
                          <a:effectLst/>
                          <a:latin typeface="Calibri" panose="020F0502020204030204" pitchFamily="34" charset="0"/>
                        </a:rPr>
                        <a:t>                    17.638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fontAlgn="b"/>
                      <a:r>
                        <a:rPr lang="it-IT" sz="1800" b="1" i="0" u="none" strike="noStrike" dirty="0">
                          <a:solidFill>
                            <a:srgbClr val="000000"/>
                          </a:solidFill>
                          <a:effectLst/>
                          <a:latin typeface="Calibri" panose="020F0502020204030204" pitchFamily="34" charset="0"/>
                        </a:rPr>
                        <a:t>               26.106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65674006"/>
                  </a:ext>
                </a:extLst>
              </a:tr>
              <a:tr h="318058">
                <a:tc>
                  <a:txBody>
                    <a:bodyPr/>
                    <a:lstStyle/>
                    <a:p>
                      <a:r>
                        <a:rPr lang="it-IT" sz="1600" b="1" dirty="0"/>
                        <a:t>PASSIVO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endParaRPr lang="it-IT"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it-IT"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it-IT"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3472470"/>
                  </a:ext>
                </a:extLst>
              </a:tr>
              <a:tr h="318058">
                <a:tc>
                  <a:txBody>
                    <a:bodyPr/>
                    <a:lstStyle/>
                    <a:p>
                      <a:pPr algn="l" fontAlgn="b"/>
                      <a:r>
                        <a:rPr lang="it-IT" sz="1600" b="0" i="0" u="none" strike="noStrike" dirty="0">
                          <a:solidFill>
                            <a:srgbClr val="000000"/>
                          </a:solidFill>
                          <a:effectLst/>
                          <a:latin typeface="Calibri" panose="020F0502020204030204" pitchFamily="34" charset="0"/>
                        </a:rPr>
                        <a:t>TOTALE PATRIMONIO NETTO</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fontAlgn="b"/>
                      <a:r>
                        <a:rPr lang="it-IT" sz="1800" b="0" i="0" u="none" strike="noStrike" dirty="0">
                          <a:solidFill>
                            <a:srgbClr val="000000"/>
                          </a:solidFill>
                          <a:effectLst/>
                          <a:latin typeface="Calibri" panose="020F0502020204030204" pitchFamily="34" charset="0"/>
                        </a:rPr>
                        <a:t>                 9.780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14.351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24.274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915955"/>
                  </a:ext>
                </a:extLst>
              </a:tr>
              <a:tr h="318058">
                <a:tc>
                  <a:txBody>
                    <a:bodyPr/>
                    <a:lstStyle/>
                    <a:p>
                      <a:r>
                        <a:rPr lang="it-IT" sz="1600" dirty="0"/>
                        <a:t>TRATTAMENTO DI FINE RAPPORTO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280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560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840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534077"/>
                  </a:ext>
                </a:extLst>
              </a:tr>
              <a:tr h="318058">
                <a:tc>
                  <a:txBody>
                    <a:bodyPr/>
                    <a:lstStyle/>
                    <a:p>
                      <a:r>
                        <a:rPr lang="it-IT" sz="1600" dirty="0"/>
                        <a:t>DEBITI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260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800" b="0" i="0" u="none" strike="noStrike" dirty="0">
                          <a:solidFill>
                            <a:srgbClr val="000000"/>
                          </a:solidFill>
                          <a:effectLst/>
                          <a:latin typeface="Calibri" panose="020F0502020204030204" pitchFamily="34" charset="0"/>
                        </a:rPr>
                        <a:t>                          232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                    216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5640064"/>
                  </a:ext>
                </a:extLst>
              </a:tr>
              <a:tr h="318058">
                <a:tc>
                  <a:txBody>
                    <a:bodyPr/>
                    <a:lstStyle/>
                    <a:p>
                      <a:r>
                        <a:rPr lang="it-IT" sz="1600" b="1" dirty="0"/>
                        <a:t>TOTALE PASSIVO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fontAlgn="b"/>
                      <a:r>
                        <a:rPr lang="it-IT" sz="1800" b="1" i="0" u="none" strike="noStrike" dirty="0">
                          <a:solidFill>
                            <a:srgbClr val="000000"/>
                          </a:solidFill>
                          <a:effectLst/>
                          <a:latin typeface="Calibri" panose="020F0502020204030204" pitchFamily="34" charset="0"/>
                        </a:rPr>
                        <a:t>               15.558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800" b="1" i="0" u="none" strike="noStrike" dirty="0">
                          <a:solidFill>
                            <a:srgbClr val="000000"/>
                          </a:solidFill>
                          <a:effectLst/>
                          <a:latin typeface="Calibri" panose="020F0502020204030204" pitchFamily="34" charset="0"/>
                        </a:rPr>
                        <a:t>                     17.638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fontAlgn="b"/>
                      <a:r>
                        <a:rPr lang="it-IT" sz="1800" b="1" i="0" u="none" strike="noStrike" dirty="0">
                          <a:solidFill>
                            <a:srgbClr val="000000"/>
                          </a:solidFill>
                          <a:effectLst/>
                          <a:latin typeface="Calibri" panose="020F0502020204030204" pitchFamily="34" charset="0"/>
                        </a:rPr>
                        <a:t>               26.106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27541442"/>
                  </a:ext>
                </a:extLst>
              </a:tr>
            </a:tbl>
          </a:graphicData>
        </a:graphic>
      </p:graphicFrame>
      <p:pic>
        <p:nvPicPr>
          <p:cNvPr id="7" name="image2.png">
            <a:extLst>
              <a:ext uri="{FF2B5EF4-FFF2-40B4-BE49-F238E27FC236}">
                <a16:creationId xmlns:a16="http://schemas.microsoft.com/office/drawing/2014/main" id="{0D896448-F1C5-F608-7E79-0EFA9C6AC6D1}"/>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D6E5E8EE-CF26-45BE-29BD-F0BA3713DD86}"/>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4" name="CasellaDiTesto 3">
            <a:extLst>
              <a:ext uri="{FF2B5EF4-FFF2-40B4-BE49-F238E27FC236}">
                <a16:creationId xmlns:a16="http://schemas.microsoft.com/office/drawing/2014/main" id="{9C6207B5-F9AD-064F-07F2-C1659DDAF2DF}"/>
              </a:ext>
            </a:extLst>
          </p:cNvPr>
          <p:cNvSpPr txBox="1"/>
          <p:nvPr/>
        </p:nvSpPr>
        <p:spPr>
          <a:xfrm>
            <a:off x="453655" y="4781783"/>
            <a:ext cx="8839201" cy="2031325"/>
          </a:xfrm>
          <a:prstGeom prst="rect">
            <a:avLst/>
          </a:prstGeom>
          <a:noFill/>
        </p:spPr>
        <p:txBody>
          <a:bodyPr wrap="square" rtlCol="0">
            <a:spAutoFit/>
          </a:bodyPr>
          <a:lstStyle/>
          <a:p>
            <a:r>
              <a:rPr lang="it-IT" dirty="0">
                <a:latin typeface="Cambria Math" panose="02040503050406030204" pitchFamily="18" charset="0"/>
                <a:ea typeface="Cambria Math" panose="02040503050406030204" pitchFamily="18" charset="0"/>
              </a:rPr>
              <a:t>Per quanto riguarda le passività, la componente principale è costituita dal patrimonio netto: non avendo chiesto alcun finanziamento infatti la voce dei debiti  a lungo termine è zero mentre scarsa rilevanza assumono i debiti a breve.</a:t>
            </a:r>
          </a:p>
          <a:p>
            <a:r>
              <a:rPr lang="it-IT" dirty="0">
                <a:latin typeface="Cambria Math" panose="02040503050406030204" pitchFamily="18" charset="0"/>
                <a:ea typeface="Cambria Math" panose="02040503050406030204" pitchFamily="18" charset="0"/>
              </a:rPr>
              <a:t>Passando alle attività invece, da notare l’incremento delle liquidità nel corso degli anni che raddoppia alla fine del terzo anno rispetto al primo, grazie all’incremento previsionale delle quantità.</a:t>
            </a:r>
          </a:p>
          <a:p>
            <a:endParaRPr lang="it-IT" dirty="0"/>
          </a:p>
        </p:txBody>
      </p:sp>
    </p:spTree>
    <p:extLst>
      <p:ext uri="{BB962C8B-B14F-4D97-AF65-F5344CB8AC3E}">
        <p14:creationId xmlns:p14="http://schemas.microsoft.com/office/powerpoint/2010/main" val="265358486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vetro, contenitore, Bicchiere di vino, rosso&#10;&#10;Descrizione generata automaticamente">
            <a:extLst>
              <a:ext uri="{FF2B5EF4-FFF2-40B4-BE49-F238E27FC236}">
                <a16:creationId xmlns:a16="http://schemas.microsoft.com/office/drawing/2014/main" id="{675BDDF7-84D1-13FE-97AD-736F1773C7D1}"/>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2" name="Tabella 2">
            <a:extLst>
              <a:ext uri="{FF2B5EF4-FFF2-40B4-BE49-F238E27FC236}">
                <a16:creationId xmlns:a16="http://schemas.microsoft.com/office/drawing/2014/main" id="{F378BF4B-7B39-7F23-708E-0580754DDCF3}"/>
              </a:ext>
            </a:extLst>
          </p:cNvPr>
          <p:cNvGraphicFramePr>
            <a:graphicFrameLocks noGrp="1"/>
          </p:cNvGraphicFramePr>
          <p:nvPr>
            <p:extLst>
              <p:ext uri="{D42A27DB-BD31-4B8C-83A1-F6EECF244321}">
                <p14:modId xmlns:p14="http://schemas.microsoft.com/office/powerpoint/2010/main" val="1296146151"/>
              </p:ext>
            </p:extLst>
          </p:nvPr>
        </p:nvGraphicFramePr>
        <p:xfrm>
          <a:off x="609601" y="704377"/>
          <a:ext cx="8130364" cy="3864079"/>
        </p:xfrm>
        <a:graphic>
          <a:graphicData uri="http://schemas.openxmlformats.org/drawingml/2006/table">
            <a:tbl>
              <a:tblPr firstRow="1" bandRow="1">
                <a:tableStyleId>{6E25E649-3F16-4E02-A733-19D2CDBF48F0}</a:tableStyleId>
              </a:tblPr>
              <a:tblGrid>
                <a:gridCol w="3550593">
                  <a:extLst>
                    <a:ext uri="{9D8B030D-6E8A-4147-A177-3AD203B41FA5}">
                      <a16:colId xmlns:a16="http://schemas.microsoft.com/office/drawing/2014/main" val="3192496618"/>
                    </a:ext>
                  </a:extLst>
                </a:gridCol>
                <a:gridCol w="1395659">
                  <a:extLst>
                    <a:ext uri="{9D8B030D-6E8A-4147-A177-3AD203B41FA5}">
                      <a16:colId xmlns:a16="http://schemas.microsoft.com/office/drawing/2014/main" val="3625052953"/>
                    </a:ext>
                  </a:extLst>
                </a:gridCol>
                <a:gridCol w="1592056">
                  <a:extLst>
                    <a:ext uri="{9D8B030D-6E8A-4147-A177-3AD203B41FA5}">
                      <a16:colId xmlns:a16="http://schemas.microsoft.com/office/drawing/2014/main" val="3708229517"/>
                    </a:ext>
                  </a:extLst>
                </a:gridCol>
                <a:gridCol w="1592056">
                  <a:extLst>
                    <a:ext uri="{9D8B030D-6E8A-4147-A177-3AD203B41FA5}">
                      <a16:colId xmlns:a16="http://schemas.microsoft.com/office/drawing/2014/main" val="2114857841"/>
                    </a:ext>
                  </a:extLst>
                </a:gridCol>
              </a:tblGrid>
              <a:tr h="362672">
                <a:tc gridSpan="4">
                  <a:txBody>
                    <a:bodyPr/>
                    <a:lstStyle/>
                    <a:p>
                      <a:pPr algn="ctr"/>
                      <a:r>
                        <a:rPr lang="it-IT" sz="2000" b="1" dirty="0">
                          <a:solidFill>
                            <a:schemeClr val="tx1"/>
                          </a:solidFill>
                        </a:rPr>
                        <a:t>INDICI DI STRUTTURA e REDDITIVITA’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solidFill>
                      <a:schemeClr val="accent1">
                        <a:lumMod val="60000"/>
                        <a:lumOff val="40000"/>
                      </a:schemeClr>
                    </a:solidFill>
                  </a:tcPr>
                </a:tc>
                <a:tc hMerge="1">
                  <a:txBody>
                    <a:bodyPr/>
                    <a:lstStyle/>
                    <a:p>
                      <a:pPr algn="ctr"/>
                      <a:endParaRPr lang="it-IT"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endParaRPr lang="it-IT"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endParaRPr lang="it-IT"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00994509"/>
                  </a:ext>
                </a:extLst>
              </a:tr>
              <a:tr h="362672">
                <a:tc>
                  <a:txBody>
                    <a:bodyPr/>
                    <a:lstStyle/>
                    <a:p>
                      <a:r>
                        <a:rPr lang="it-IT" sz="1600" b="1" dirty="0"/>
                        <a:t>INDICI DI STRUTTURA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it-IT" sz="1600" b="1" dirty="0"/>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it-IT" sz="1600" b="1" dirty="0"/>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it-IT" sz="1600" b="1" dirty="0"/>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56845465"/>
                  </a:ext>
                </a:extLst>
              </a:tr>
              <a:tr h="362672">
                <a:tc>
                  <a:txBody>
                    <a:bodyPr/>
                    <a:lstStyle/>
                    <a:p>
                      <a:r>
                        <a:rPr lang="it-IT" sz="1600" dirty="0"/>
                        <a:t>RIGIDITA’ DEGLI IMPIEGHI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1357559"/>
                  </a:ext>
                </a:extLst>
              </a:tr>
              <a:tr h="362672">
                <a:tc>
                  <a:txBody>
                    <a:bodyPr/>
                    <a:lstStyle/>
                    <a:p>
                      <a:r>
                        <a:rPr lang="it-IT" sz="1600" dirty="0"/>
                        <a:t>LIQUIDITA’ IMMEDIATA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2,3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5,7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24,9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740991"/>
                  </a:ext>
                </a:extLst>
              </a:tr>
              <a:tr h="331329">
                <a:tc>
                  <a:txBody>
                    <a:bodyPr/>
                    <a:lstStyle/>
                    <a:p>
                      <a:r>
                        <a:rPr lang="it-IT" sz="1600" dirty="0"/>
                        <a:t>AUTONOMIA FINANZIARIA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63%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81%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93%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449122"/>
                  </a:ext>
                </a:extLst>
              </a:tr>
              <a:tr h="331329">
                <a:tc>
                  <a:txBody>
                    <a:bodyPr/>
                    <a:lstStyle/>
                    <a:p>
                      <a:r>
                        <a:rPr lang="it-IT" sz="1600" b="0" dirty="0"/>
                        <a:t>LEVERAGE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1,54</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1,17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1,03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3472470"/>
                  </a:ext>
                </a:extLst>
              </a:tr>
              <a:tr h="368143">
                <a:tc>
                  <a:txBody>
                    <a:bodyPr/>
                    <a:lstStyle/>
                    <a:p>
                      <a:r>
                        <a:rPr lang="it-IT" sz="1600" b="1" dirty="0"/>
                        <a:t>INDICI DI REDDITTIVITA’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it-IT"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it-IT"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it-IT"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35640064"/>
                  </a:ext>
                </a:extLst>
              </a:tr>
              <a:tr h="331329">
                <a:tc>
                  <a:txBody>
                    <a:bodyPr/>
                    <a:lstStyle/>
                    <a:p>
                      <a:r>
                        <a:rPr lang="it-IT" sz="1600" b="0" dirty="0"/>
                        <a:t>ROI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45%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57%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541442"/>
                  </a:ext>
                </a:extLst>
              </a:tr>
              <a:tr h="331329">
                <a:tc>
                  <a:txBody>
                    <a:bodyPr/>
                    <a:lstStyle/>
                    <a:p>
                      <a:r>
                        <a:rPr lang="it-IT" sz="1600" b="0" dirty="0"/>
                        <a:t>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33%</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46%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243311"/>
                  </a:ext>
                </a:extLst>
              </a:tr>
              <a:tr h="331329">
                <a:tc>
                  <a:txBody>
                    <a:bodyPr/>
                    <a:lstStyle/>
                    <a:p>
                      <a:r>
                        <a:rPr lang="it-IT" sz="1600" b="0" dirty="0"/>
                        <a:t>ROA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-1%</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26%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36%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117437"/>
                  </a:ext>
                </a:extLst>
              </a:tr>
              <a:tr h="331329">
                <a:tc>
                  <a:txBody>
                    <a:bodyPr/>
                    <a:lstStyle/>
                    <a:p>
                      <a:r>
                        <a:rPr lang="it-IT" sz="1600" b="0" dirty="0"/>
                        <a:t>ROE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32%</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it-IT" sz="1800" b="0" i="0" u="none" strike="noStrike" dirty="0">
                          <a:solidFill>
                            <a:srgbClr val="000000"/>
                          </a:solidFill>
                          <a:effectLst/>
                          <a:latin typeface="Calibri" panose="020F0502020204030204" pitchFamily="34" charset="0"/>
                        </a:rPr>
                        <a:t>39%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3797018"/>
                  </a:ext>
                </a:extLst>
              </a:tr>
            </a:tbl>
          </a:graphicData>
        </a:graphic>
      </p:graphicFrame>
      <p:pic>
        <p:nvPicPr>
          <p:cNvPr id="7" name="image2.png">
            <a:extLst>
              <a:ext uri="{FF2B5EF4-FFF2-40B4-BE49-F238E27FC236}">
                <a16:creationId xmlns:a16="http://schemas.microsoft.com/office/drawing/2014/main" id="{94D347AD-4130-A01A-B0F9-CB89CF687128}"/>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8C129C8D-B315-313E-BDA5-B573645A03B1}"/>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
        <p:nvSpPr>
          <p:cNvPr id="4" name="CasellaDiTesto 3">
            <a:extLst>
              <a:ext uri="{FF2B5EF4-FFF2-40B4-BE49-F238E27FC236}">
                <a16:creationId xmlns:a16="http://schemas.microsoft.com/office/drawing/2014/main" id="{396469A9-EEDD-BA64-9E0C-C569595922DD}"/>
              </a:ext>
            </a:extLst>
          </p:cNvPr>
          <p:cNvSpPr txBox="1"/>
          <p:nvPr/>
        </p:nvSpPr>
        <p:spPr>
          <a:xfrm rot="10800000" flipH="1" flipV="1">
            <a:off x="333153" y="4815520"/>
            <a:ext cx="9097925" cy="1477328"/>
          </a:xfrm>
          <a:prstGeom prst="rect">
            <a:avLst/>
          </a:prstGeom>
          <a:noFill/>
        </p:spPr>
        <p:txBody>
          <a:bodyPr wrap="square" rtlCol="0">
            <a:spAutoFit/>
          </a:bodyPr>
          <a:lstStyle/>
          <a:p>
            <a:r>
              <a:rPr lang="it-IT" dirty="0">
                <a:latin typeface="Cambria Math" panose="02040503050406030204" pitchFamily="18" charset="0"/>
                <a:ea typeface="Cambria Math" panose="02040503050406030204" pitchFamily="18" charset="0"/>
              </a:rPr>
              <a:t>Possiamo notare un indice di rigidità degli impieghi che si riduce progressivamente nel corso dei tre anni, evidenziando la capacità crescente di Terre Del Sole Zerilli di trasformare in denaro le sue attività.</a:t>
            </a:r>
          </a:p>
          <a:p>
            <a:r>
              <a:rPr lang="it-IT" dirty="0">
                <a:latin typeface="Cambria Math" panose="02040503050406030204" pitchFamily="18" charset="0"/>
                <a:ea typeface="Cambria Math" panose="02040503050406030204" pitchFamily="18" charset="0"/>
              </a:rPr>
              <a:t>Per quanto riguarda il ROI, negli anni 2 e 3 raggiunge rispettivamente il 45% e il 57% che, nonostante raggiunga livelli alti nell’e-commerce è abbastanza elevato.</a:t>
            </a:r>
          </a:p>
        </p:txBody>
      </p:sp>
    </p:spTree>
    <p:extLst>
      <p:ext uri="{BB962C8B-B14F-4D97-AF65-F5344CB8AC3E}">
        <p14:creationId xmlns:p14="http://schemas.microsoft.com/office/powerpoint/2010/main" val="258272322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vetro, contenitore, Bicchiere di vino, rosso&#10;&#10;Descrizione generata automaticamente">
            <a:extLst>
              <a:ext uri="{FF2B5EF4-FFF2-40B4-BE49-F238E27FC236}">
                <a16:creationId xmlns:a16="http://schemas.microsoft.com/office/drawing/2014/main" id="{45393200-F64A-F990-22AB-2D510FE2AFA7}"/>
              </a:ext>
            </a:extLst>
          </p:cNvPr>
          <p:cNvPicPr>
            <a:picLocks noChangeAspect="1"/>
          </p:cNvPicPr>
          <p:nvPr/>
        </p:nvPicPr>
        <p:blipFill>
          <a:blip r:embed="rId3">
            <a:alphaModFix amt="35000"/>
          </a:blip>
          <a:stretch>
            <a:fillRect/>
          </a:stretch>
        </p:blipFill>
        <p:spPr>
          <a:xfrm>
            <a:off x="9766312" y="0"/>
            <a:ext cx="2412198" cy="6858000"/>
          </a:xfrm>
          <a:prstGeom prst="rect">
            <a:avLst/>
          </a:prstGeom>
        </p:spPr>
      </p:pic>
      <p:graphicFrame>
        <p:nvGraphicFramePr>
          <p:cNvPr id="2" name="Tabella 2">
            <a:extLst>
              <a:ext uri="{FF2B5EF4-FFF2-40B4-BE49-F238E27FC236}">
                <a16:creationId xmlns:a16="http://schemas.microsoft.com/office/drawing/2014/main" id="{F378BF4B-7B39-7F23-708E-0580754DDCF3}"/>
              </a:ext>
            </a:extLst>
          </p:cNvPr>
          <p:cNvGraphicFramePr>
            <a:graphicFrameLocks noGrp="1"/>
          </p:cNvGraphicFramePr>
          <p:nvPr>
            <p:extLst>
              <p:ext uri="{D42A27DB-BD31-4B8C-83A1-F6EECF244321}">
                <p14:modId xmlns:p14="http://schemas.microsoft.com/office/powerpoint/2010/main" val="986882860"/>
              </p:ext>
            </p:extLst>
          </p:nvPr>
        </p:nvGraphicFramePr>
        <p:xfrm>
          <a:off x="248093" y="191874"/>
          <a:ext cx="9314121" cy="4011531"/>
        </p:xfrm>
        <a:graphic>
          <a:graphicData uri="http://schemas.openxmlformats.org/drawingml/2006/table">
            <a:tbl>
              <a:tblPr firstRow="1" bandRow="1">
                <a:tableStyleId>{2A488322-F2BA-4B5B-9748-0D474271808F}</a:tableStyleId>
              </a:tblPr>
              <a:tblGrid>
                <a:gridCol w="4136168">
                  <a:extLst>
                    <a:ext uri="{9D8B030D-6E8A-4147-A177-3AD203B41FA5}">
                      <a16:colId xmlns:a16="http://schemas.microsoft.com/office/drawing/2014/main" val="3192496618"/>
                    </a:ext>
                  </a:extLst>
                </a:gridCol>
                <a:gridCol w="1575559">
                  <a:extLst>
                    <a:ext uri="{9D8B030D-6E8A-4147-A177-3AD203B41FA5}">
                      <a16:colId xmlns:a16="http://schemas.microsoft.com/office/drawing/2014/main" val="3625052953"/>
                    </a:ext>
                  </a:extLst>
                </a:gridCol>
                <a:gridCol w="1797273">
                  <a:extLst>
                    <a:ext uri="{9D8B030D-6E8A-4147-A177-3AD203B41FA5}">
                      <a16:colId xmlns:a16="http://schemas.microsoft.com/office/drawing/2014/main" val="3708229517"/>
                    </a:ext>
                  </a:extLst>
                </a:gridCol>
                <a:gridCol w="1805121">
                  <a:extLst>
                    <a:ext uri="{9D8B030D-6E8A-4147-A177-3AD203B41FA5}">
                      <a16:colId xmlns:a16="http://schemas.microsoft.com/office/drawing/2014/main" val="2114857841"/>
                    </a:ext>
                  </a:extLst>
                </a:gridCol>
              </a:tblGrid>
              <a:tr h="422568">
                <a:tc gridSpan="4">
                  <a:txBody>
                    <a:bodyPr/>
                    <a:lstStyle/>
                    <a:p>
                      <a:pPr algn="ctr"/>
                      <a:r>
                        <a:rPr lang="it-IT" sz="1800" dirty="0"/>
                        <a:t>CF PROSPETTICO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oolSlant"/>
                      <a:lightRig rig="flood" dir="t"/>
                    </a:cell3D>
                  </a:tcPr>
                </a:tc>
                <a:tc hMerge="1">
                  <a:txBody>
                    <a:bodyPr/>
                    <a:lstStyle/>
                    <a:p>
                      <a:endParaRPr lang="it-IT" dirty="0"/>
                    </a:p>
                  </a:txBody>
                  <a:tcPr>
                    <a:lnL w="12700" cap="flat" cmpd="sng" algn="ctr">
                      <a:solidFill>
                        <a:schemeClr val="tx1"/>
                      </a:solidFill>
                      <a:prstDash val="solid"/>
                      <a:round/>
                      <a:headEnd type="none" w="med" len="med"/>
                      <a:tailEnd type="none" w="med" len="med"/>
                    </a:lnL>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3980866334"/>
                  </a:ext>
                </a:extLst>
              </a:tr>
              <a:tr h="316926">
                <a:tc>
                  <a:txBody>
                    <a:bodyPr/>
                    <a:lstStyle/>
                    <a:p>
                      <a:endParaRPr lang="it-IT"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200" b="1" dirty="0"/>
                        <a:t>ANNO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it-IT" sz="1200" b="1" dirty="0"/>
                        <a:t>ANNO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200" b="1" dirty="0"/>
                        <a:t>ANNO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352966"/>
                  </a:ext>
                </a:extLst>
              </a:tr>
              <a:tr h="422568">
                <a:tc>
                  <a:txBody>
                    <a:bodyPr/>
                    <a:lstStyle/>
                    <a:p>
                      <a:r>
                        <a:rPr lang="it-IT" sz="1400" b="1" dirty="0"/>
                        <a:t>EBIT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561,00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7.086,00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13.995,00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68888891"/>
                  </a:ext>
                </a:extLst>
              </a:tr>
              <a:tr h="320789">
                <a:tc>
                  <a:txBody>
                    <a:bodyPr/>
                    <a:lstStyle/>
                    <a:p>
                      <a:r>
                        <a:rPr lang="it-IT" sz="1400" b="1" dirty="0"/>
                        <a:t>EBITDA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1.319,00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7.858,00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14.795,00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09520988"/>
                  </a:ext>
                </a:extLst>
              </a:tr>
              <a:tr h="316926">
                <a:tc>
                  <a:txBody>
                    <a:bodyPr/>
                    <a:lstStyle/>
                    <a:p>
                      <a:r>
                        <a:rPr lang="it-IT" sz="1400" dirty="0"/>
                        <a:t>Variazione CCON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 </a:t>
                      </a:r>
                      <a:r>
                        <a:rPr lang="it-IT" sz="1400" b="0" i="0" u="none" strike="noStrike" dirty="0">
                          <a:solidFill>
                            <a:srgbClr val="000000"/>
                          </a:solidFill>
                          <a:effectLst/>
                          <a:latin typeface="Calibri" panose="020F0502020204030204" pitchFamily="34" charset="0"/>
                        </a:rPr>
                        <a:t>2.562,00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676,00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1.356,00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449122"/>
                  </a:ext>
                </a:extLst>
              </a:tr>
              <a:tr h="666237">
                <a:tc>
                  <a:txBody>
                    <a:bodyPr/>
                    <a:lstStyle/>
                    <a:p>
                      <a:r>
                        <a:rPr lang="it-IT" sz="1400" b="0" dirty="0"/>
                        <a:t>Variazione di debito non finanziario a m/l termine (fondo TFR)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280,00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280,00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280,00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674006"/>
                  </a:ext>
                </a:extLst>
              </a:tr>
              <a:tr h="496281">
                <a:tc>
                  <a:txBody>
                    <a:bodyPr/>
                    <a:lstStyle/>
                    <a:p>
                      <a:r>
                        <a:rPr lang="it-IT" sz="1400" b="1" dirty="0"/>
                        <a:t>FLUSSO DI CASSA OPERATIVO (della gestione corrente)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 </a:t>
                      </a:r>
                      <a:r>
                        <a:rPr lang="it-IT" sz="1400" b="0" i="0" u="none" strike="noStrike" dirty="0">
                          <a:solidFill>
                            <a:srgbClr val="000000"/>
                          </a:solidFill>
                          <a:effectLst/>
                          <a:latin typeface="Calibri" panose="020F0502020204030204" pitchFamily="34" charset="0"/>
                        </a:rPr>
                        <a:t>1.744,00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4.666,00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8.929,00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6039150"/>
                  </a:ext>
                </a:extLst>
              </a:tr>
              <a:tr h="316926">
                <a:tc>
                  <a:txBody>
                    <a:bodyPr/>
                    <a:lstStyle/>
                    <a:p>
                      <a:r>
                        <a:rPr lang="it-IT" sz="1400" b="0" dirty="0"/>
                        <a:t>CAPEX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                    -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3472470"/>
                  </a:ext>
                </a:extLst>
              </a:tr>
              <a:tr h="358529">
                <a:tc>
                  <a:txBody>
                    <a:bodyPr/>
                    <a:lstStyle/>
                    <a:p>
                      <a:r>
                        <a:rPr lang="it-IT" sz="1400" b="1" dirty="0"/>
                        <a:t>Free Cash Flow from </a:t>
                      </a:r>
                      <a:r>
                        <a:rPr lang="it-IT" sz="1400" b="1" dirty="0" err="1"/>
                        <a:t>Operation</a:t>
                      </a:r>
                      <a:r>
                        <a:rPr lang="it-IT" sz="1400" b="1" dirty="0"/>
                        <a:t> (FCFO)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 </a:t>
                      </a:r>
                      <a:r>
                        <a:rPr lang="it-IT" sz="1400" b="0" i="0" u="none" strike="noStrike" dirty="0">
                          <a:solidFill>
                            <a:srgbClr val="000000"/>
                          </a:solidFill>
                          <a:effectLst/>
                          <a:latin typeface="Calibri" panose="020F0502020204030204" pitchFamily="34" charset="0"/>
                        </a:rPr>
                        <a:t>1.744,00</a:t>
                      </a:r>
                      <a:r>
                        <a:rPr lang="it-IT" sz="1200" b="0" i="0" u="none" strike="noStrike" dirty="0">
                          <a:solidFill>
                            <a:srgbClr val="000000"/>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4.666,00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8.929,00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20510178"/>
                  </a:ext>
                </a:extLst>
              </a:tr>
              <a:tr h="351902">
                <a:tc>
                  <a:txBody>
                    <a:bodyPr/>
                    <a:lstStyle/>
                    <a:p>
                      <a:r>
                        <a:rPr lang="it-IT" sz="1400" b="1" dirty="0"/>
                        <a:t>FREE CASH FLOW TO EQUITY (FCFE)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1.744,00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4.666,00</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b"/>
                      <a:r>
                        <a:rPr lang="it-IT" sz="1200" b="0" i="0" u="none" strike="noStrike" dirty="0">
                          <a:solidFill>
                            <a:srgbClr val="000000"/>
                          </a:solidFill>
                          <a:effectLst/>
                          <a:latin typeface="Calibri" panose="020F0502020204030204" pitchFamily="34" charset="0"/>
                        </a:rPr>
                        <a:t> €                              </a:t>
                      </a:r>
                      <a:r>
                        <a:rPr lang="it-IT" sz="1400" b="0" i="0" u="none" strike="noStrike" dirty="0">
                          <a:solidFill>
                            <a:srgbClr val="000000"/>
                          </a:solidFill>
                          <a:effectLst/>
                          <a:latin typeface="Calibri" panose="020F0502020204030204" pitchFamily="34" charset="0"/>
                        </a:rPr>
                        <a:t>8.929,00 </a:t>
                      </a:r>
                      <a:endParaRPr lang="it-IT" sz="12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27541442"/>
                  </a:ext>
                </a:extLst>
              </a:tr>
            </a:tbl>
          </a:graphicData>
        </a:graphic>
      </p:graphicFrame>
      <p:pic>
        <p:nvPicPr>
          <p:cNvPr id="7" name="image2.png">
            <a:extLst>
              <a:ext uri="{FF2B5EF4-FFF2-40B4-BE49-F238E27FC236}">
                <a16:creationId xmlns:a16="http://schemas.microsoft.com/office/drawing/2014/main" id="{80DDFB7E-5645-58E7-5C99-1831E2C7DA9C}"/>
              </a:ext>
            </a:extLst>
          </p:cNvPr>
          <p:cNvPicPr>
            <a:picLocks noChangeAspect="1"/>
          </p:cNvPicPr>
          <p:nvPr/>
        </p:nvPicPr>
        <p:blipFill>
          <a:blip r:embed="rId4"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8" name="Immagine 7" descr="Immagine che contiene logo&#10;&#10;Descrizione generata automaticamente">
            <a:extLst>
              <a:ext uri="{FF2B5EF4-FFF2-40B4-BE49-F238E27FC236}">
                <a16:creationId xmlns:a16="http://schemas.microsoft.com/office/drawing/2014/main" id="{4C1C7D51-DEA0-E0D3-C54B-D0A715915811}"/>
              </a:ext>
            </a:extLst>
          </p:cNvPr>
          <p:cNvPicPr>
            <a:picLocks noChangeAspect="1"/>
          </p:cNvPicPr>
          <p:nvPr/>
        </p:nvPicPr>
        <p:blipFill rotWithShape="1">
          <a:blip r:embed="rId5">
            <a:biLevel thresh="75000"/>
            <a:alphaModFix amt="50000"/>
            <a:extLst>
              <a:ext uri="{BEBA8EAE-BF5A-486C-A8C5-ECC9F3942E4B}">
                <a14:imgProps xmlns:a14="http://schemas.microsoft.com/office/drawing/2010/main">
                  <a14:imgLayer r:embed="rId6">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8DC2DF11-AD99-9EEC-90B0-DB87C2468978}"/>
                  </a:ext>
                </a:extLst>
              </p:cNvPr>
              <p:cNvSpPr txBox="1"/>
              <p:nvPr/>
            </p:nvSpPr>
            <p:spPr>
              <a:xfrm>
                <a:off x="431363" y="4471724"/>
                <a:ext cx="8669073" cy="2306914"/>
              </a:xfrm>
              <a:prstGeom prst="rect">
                <a:avLst/>
              </a:prstGeom>
              <a:noFill/>
            </p:spPr>
            <p:txBody>
              <a:bodyPr wrap="square" rtlCol="0">
                <a:spAutoFit/>
              </a:bodyPr>
              <a:lstStyle/>
              <a:p>
                <a:r>
                  <a:rPr lang="it-IT" dirty="0">
                    <a:latin typeface="Cambria Math" panose="02040503050406030204" pitchFamily="18" charset="0"/>
                    <a:ea typeface="Cambria Math" panose="02040503050406030204" pitchFamily="18" charset="0"/>
                  </a:rPr>
                  <a:t>Si può notare come FCFO e FCFE coincidono dal momento che non siamo indebitati e quindi non ci sono oneri finanziari.</a:t>
                </a:r>
              </a:p>
              <a:p>
                <a:r>
                  <a:rPr lang="it-IT" dirty="0">
                    <a:latin typeface="Cambria Math" panose="02040503050406030204" pitchFamily="18" charset="0"/>
                    <a:ea typeface="Cambria Math" panose="02040503050406030204" pitchFamily="18" charset="0"/>
                  </a:rPr>
                  <a:t>Considerando un investimento iniziale di € 6264,00 ed un WACC del 3%, è possibile calcolare il VAN.</a:t>
                </a:r>
              </a:p>
              <a:p>
                <a:endParaRPr lang="it-IT" dirty="0"/>
              </a:p>
              <a:p>
                <a:r>
                  <a:rPr lang="it-IT" dirty="0">
                    <a:latin typeface="Cambria Math" panose="02040503050406030204" pitchFamily="18" charset="0"/>
                    <a:ea typeface="Cambria Math" panose="02040503050406030204" pitchFamily="18" charset="0"/>
                  </a:rPr>
                  <a:t>VAN= </a:t>
                </a:r>
                <a14:m>
                  <m:oMath xmlns:m="http://schemas.openxmlformats.org/officeDocument/2006/math">
                    <m:r>
                      <a:rPr lang="it-IT" b="0" i="1" smtClean="0">
                        <a:latin typeface="Cambria Math" panose="02040503050406030204" pitchFamily="18" charset="0"/>
                        <a:ea typeface="Cambria Math" panose="02040503050406030204" pitchFamily="18" charset="0"/>
                      </a:rPr>
                      <m:t>−6</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264+</m:t>
                    </m:r>
                  </m:oMath>
                </a14:m>
                <a:r>
                  <a:rPr lang="it-IT" sz="2400" dirty="0">
                    <a:latin typeface="Cambria Math" panose="02040503050406030204" pitchFamily="18" charset="0"/>
                    <a:ea typeface="Cambria Math" panose="02040503050406030204" pitchFamily="18" charset="0"/>
                  </a:rPr>
                  <a:t> </a:t>
                </a:r>
                <a14:m>
                  <m:oMath xmlns:m="http://schemas.openxmlformats.org/officeDocument/2006/math">
                    <m:f>
                      <m:fPr>
                        <m:ctrlPr>
                          <a:rPr lang="it-IT" sz="2400" i="1" dirty="0" smtClean="0">
                            <a:latin typeface="Cambria Math" panose="02040503050406030204" pitchFamily="18" charset="0"/>
                            <a:ea typeface="Cambria Math" panose="02040503050406030204" pitchFamily="18" charset="0"/>
                          </a:rPr>
                        </m:ctrlPr>
                      </m:fPr>
                      <m:num>
                        <m:r>
                          <a:rPr lang="it-IT" sz="2400" b="0" i="1" dirty="0" smtClean="0">
                            <a:latin typeface="Cambria Math" panose="02040503050406030204" pitchFamily="18" charset="0"/>
                            <a:ea typeface="Cambria Math" panose="02040503050406030204" pitchFamily="18" charset="0"/>
                          </a:rPr>
                          <m:t>−1</m:t>
                        </m:r>
                        <m:r>
                          <a:rPr lang="it-IT" sz="2400" b="0" i="1" dirty="0" smtClean="0">
                            <a:latin typeface="Cambria Math" panose="02040503050406030204" pitchFamily="18" charset="0"/>
                            <a:ea typeface="Cambria Math" panose="02040503050406030204" pitchFamily="18" charset="0"/>
                          </a:rPr>
                          <m:t>.</m:t>
                        </m:r>
                        <m:r>
                          <a:rPr lang="it-IT" sz="2400" b="0" i="1" dirty="0" smtClean="0">
                            <a:latin typeface="Cambria Math" panose="02040503050406030204" pitchFamily="18" charset="0"/>
                            <a:ea typeface="Cambria Math" panose="02040503050406030204" pitchFamily="18" charset="0"/>
                          </a:rPr>
                          <m:t>744</m:t>
                        </m:r>
                      </m:num>
                      <m:den>
                        <m:r>
                          <a:rPr lang="it-IT" sz="2400" b="0" i="1" dirty="0" smtClean="0">
                            <a:latin typeface="Cambria Math" panose="02040503050406030204" pitchFamily="18" charset="0"/>
                            <a:ea typeface="Cambria Math" panose="02040503050406030204" pitchFamily="18" charset="0"/>
                          </a:rPr>
                          <m:t>(1+0,03)</m:t>
                        </m:r>
                      </m:den>
                    </m:f>
                  </m:oMath>
                </a14:m>
                <a:r>
                  <a:rPr lang="it-IT" sz="2400" dirty="0">
                    <a:latin typeface="Cambria Math" panose="02040503050406030204" pitchFamily="18" charset="0"/>
                    <a:ea typeface="Cambria Math" panose="02040503050406030204" pitchFamily="18" charset="0"/>
                  </a:rPr>
                  <a:t> + </a:t>
                </a:r>
                <a14:m>
                  <m:oMath xmlns:m="http://schemas.openxmlformats.org/officeDocument/2006/math">
                    <m:f>
                      <m:fPr>
                        <m:ctrlPr>
                          <a:rPr lang="it-IT" sz="2400" i="1" smtClean="0">
                            <a:latin typeface="Cambria Math" panose="02040503050406030204" pitchFamily="18" charset="0"/>
                            <a:ea typeface="Cambria Math" panose="02040503050406030204" pitchFamily="18" charset="0"/>
                          </a:rPr>
                        </m:ctrlPr>
                      </m:fPr>
                      <m:num>
                        <m:r>
                          <a:rPr lang="it-IT" sz="2400" b="0" i="1" smtClean="0">
                            <a:latin typeface="Cambria Math" panose="02040503050406030204" pitchFamily="18" charset="0"/>
                            <a:ea typeface="Cambria Math" panose="02040503050406030204" pitchFamily="18" charset="0"/>
                          </a:rPr>
                          <m:t>4</m:t>
                        </m:r>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666</m:t>
                        </m:r>
                      </m:num>
                      <m:den>
                        <m:r>
                          <a:rPr lang="it-IT" sz="2400" b="0" i="1" smtClean="0">
                            <a:latin typeface="Cambria Math" panose="02040503050406030204" pitchFamily="18" charset="0"/>
                            <a:ea typeface="Cambria Math" panose="02040503050406030204" pitchFamily="18" charset="0"/>
                          </a:rPr>
                          <m:t>(1+0,03)²</m:t>
                        </m:r>
                      </m:den>
                    </m:f>
                    <m:r>
                      <a:rPr lang="it-IT" sz="2400" b="0" i="1" smtClean="0">
                        <a:latin typeface="Cambria Math" panose="02040503050406030204" pitchFamily="18" charset="0"/>
                        <a:ea typeface="Cambria Math" panose="02040503050406030204" pitchFamily="18" charset="0"/>
                      </a:rPr>
                      <m:t>+</m:t>
                    </m:r>
                    <m:f>
                      <m:fPr>
                        <m:ctrlPr>
                          <a:rPr lang="it-IT" sz="2400" b="0" i="1" smtClean="0">
                            <a:latin typeface="Cambria Math" panose="02040503050406030204" pitchFamily="18" charset="0"/>
                            <a:ea typeface="Cambria Math" panose="02040503050406030204" pitchFamily="18" charset="0"/>
                          </a:rPr>
                        </m:ctrlPr>
                      </m:fPr>
                      <m:num>
                        <m:r>
                          <a:rPr lang="it-IT" sz="2400" b="0" i="1" smtClean="0">
                            <a:latin typeface="Cambria Math" panose="02040503050406030204" pitchFamily="18" charset="0"/>
                            <a:ea typeface="Cambria Math" panose="02040503050406030204" pitchFamily="18" charset="0"/>
                          </a:rPr>
                          <m:t>8</m:t>
                        </m:r>
                        <m:r>
                          <a:rPr lang="it-IT" sz="2400" b="0" i="1" smtClean="0">
                            <a:latin typeface="Cambria Math" panose="02040503050406030204" pitchFamily="18" charset="0"/>
                            <a:ea typeface="Cambria Math" panose="02040503050406030204" pitchFamily="18" charset="0"/>
                          </a:rPr>
                          <m:t>.</m:t>
                        </m:r>
                        <m:r>
                          <a:rPr lang="it-IT" sz="2400" b="0" i="1" smtClean="0">
                            <a:latin typeface="Cambria Math" panose="02040503050406030204" pitchFamily="18" charset="0"/>
                            <a:ea typeface="Cambria Math" panose="02040503050406030204" pitchFamily="18" charset="0"/>
                          </a:rPr>
                          <m:t>929</m:t>
                        </m:r>
                      </m:num>
                      <m:den>
                        <m:r>
                          <a:rPr lang="it-IT" sz="2400" b="0" i="1" smtClean="0">
                            <a:latin typeface="Cambria Math" panose="02040503050406030204" pitchFamily="18" charset="0"/>
                            <a:ea typeface="Cambria Math" panose="02040503050406030204" pitchFamily="18" charset="0"/>
                          </a:rPr>
                          <m:t>(1+0,03)³</m:t>
                        </m:r>
                      </m:den>
                    </m:f>
                    <m:r>
                      <a:rPr lang="it-IT" sz="2400" b="0" i="0" smtClean="0">
                        <a:latin typeface="Cambria Math" panose="02040503050406030204" pitchFamily="18" charset="0"/>
                        <a:ea typeface="Cambria Math" panose="02040503050406030204" pitchFamily="18" charset="0"/>
                      </a:rPr>
                      <m:t>= </m:t>
                    </m:r>
                  </m:oMath>
                </a14:m>
                <a:r>
                  <a:rPr lang="it-IT" dirty="0">
                    <a:latin typeface="Cambria Math" panose="02040503050406030204" pitchFamily="18" charset="0"/>
                    <a:ea typeface="Cambria Math" panose="02040503050406030204" pitchFamily="18" charset="0"/>
                  </a:rPr>
                  <a:t>4.612,25</a:t>
                </a:r>
              </a:p>
              <a:p>
                <a:endParaRPr lang="it-IT" dirty="0"/>
              </a:p>
            </p:txBody>
          </p:sp>
        </mc:Choice>
        <mc:Fallback>
          <p:sp>
            <p:nvSpPr>
              <p:cNvPr id="4" name="CasellaDiTesto 3">
                <a:extLst>
                  <a:ext uri="{FF2B5EF4-FFF2-40B4-BE49-F238E27FC236}">
                    <a16:creationId xmlns:a16="http://schemas.microsoft.com/office/drawing/2014/main" id="{8DC2DF11-AD99-9EEC-90B0-DB87C2468978}"/>
                  </a:ext>
                </a:extLst>
              </p:cNvPr>
              <p:cNvSpPr txBox="1">
                <a:spLocks noRot="1" noChangeAspect="1" noMove="1" noResize="1" noEditPoints="1" noAdjustHandles="1" noChangeArrowheads="1" noChangeShapeType="1" noTextEdit="1"/>
              </p:cNvSpPr>
              <p:nvPr/>
            </p:nvSpPr>
            <p:spPr>
              <a:xfrm>
                <a:off x="431363" y="4471724"/>
                <a:ext cx="8669073" cy="2306914"/>
              </a:xfrm>
              <a:prstGeom prst="rect">
                <a:avLst/>
              </a:prstGeom>
              <a:blipFill>
                <a:blip r:embed="rId7"/>
                <a:stretch>
                  <a:fillRect l="-732" t="-1648"/>
                </a:stretch>
              </a:blipFill>
            </p:spPr>
            <p:txBody>
              <a:bodyPr/>
              <a:lstStyle/>
              <a:p>
                <a:r>
                  <a:rPr lang="it-IT">
                    <a:noFill/>
                  </a:rPr>
                  <a:t> </a:t>
                </a:r>
              </a:p>
            </p:txBody>
          </p:sp>
        </mc:Fallback>
      </mc:AlternateContent>
    </p:spTree>
    <p:extLst>
      <p:ext uri="{BB962C8B-B14F-4D97-AF65-F5344CB8AC3E}">
        <p14:creationId xmlns:p14="http://schemas.microsoft.com/office/powerpoint/2010/main" val="27828045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vetro, contenitore, Bicchiere di vino, rosso&#10;&#10;Descrizione generata automaticamente">
            <a:extLst>
              <a:ext uri="{FF2B5EF4-FFF2-40B4-BE49-F238E27FC236}">
                <a16:creationId xmlns:a16="http://schemas.microsoft.com/office/drawing/2014/main" id="{A57A493A-D0E6-8B85-4D25-6E4F59F7FDE0}"/>
              </a:ext>
            </a:extLst>
          </p:cNvPr>
          <p:cNvPicPr>
            <a:picLocks noChangeAspect="1"/>
          </p:cNvPicPr>
          <p:nvPr/>
        </p:nvPicPr>
        <p:blipFill>
          <a:blip r:embed="rId2">
            <a:alphaModFix amt="35000"/>
          </a:blip>
          <a:stretch>
            <a:fillRect/>
          </a:stretch>
        </p:blipFill>
        <p:spPr>
          <a:xfrm>
            <a:off x="9766312" y="0"/>
            <a:ext cx="2412198" cy="6858000"/>
          </a:xfrm>
          <a:prstGeom prst="rect">
            <a:avLst/>
          </a:prstGeom>
        </p:spPr>
      </p:pic>
      <p:sp>
        <p:nvSpPr>
          <p:cNvPr id="2" name="Titolo 1">
            <a:extLst>
              <a:ext uri="{FF2B5EF4-FFF2-40B4-BE49-F238E27FC236}">
                <a16:creationId xmlns:a16="http://schemas.microsoft.com/office/drawing/2014/main" id="{CA68F440-2841-E752-D9DE-7360129520DD}"/>
              </a:ext>
            </a:extLst>
          </p:cNvPr>
          <p:cNvSpPr>
            <a:spLocks noGrp="1"/>
          </p:cNvSpPr>
          <p:nvPr>
            <p:ph type="ctrTitle"/>
          </p:nvPr>
        </p:nvSpPr>
        <p:spPr>
          <a:xfrm>
            <a:off x="3381884" y="106813"/>
            <a:ext cx="5428232" cy="579353"/>
          </a:xfrm>
        </p:spPr>
        <p:txBody>
          <a:bodyPr>
            <a:normAutofit/>
          </a:bodyPr>
          <a:lstStyle/>
          <a:p>
            <a:r>
              <a:rPr lang="it-IT" sz="2800" b="1" dirty="0">
                <a:latin typeface="Cambria Math" panose="02040503050406030204" pitchFamily="18" charset="0"/>
                <a:ea typeface="Cambria Math" panose="02040503050406030204" pitchFamily="18" charset="0"/>
              </a:rPr>
              <a:t>ANALISI DI SCENARIO</a:t>
            </a:r>
            <a:endParaRPr lang="it-IT" sz="2800" dirty="0"/>
          </a:p>
        </p:txBody>
      </p:sp>
      <p:sp>
        <p:nvSpPr>
          <p:cNvPr id="5" name="Freccia in su 4">
            <a:extLst>
              <a:ext uri="{FF2B5EF4-FFF2-40B4-BE49-F238E27FC236}">
                <a16:creationId xmlns:a16="http://schemas.microsoft.com/office/drawing/2014/main" id="{B5CD5D2F-5901-18BB-35BF-5A53C85F1617}"/>
              </a:ext>
            </a:extLst>
          </p:cNvPr>
          <p:cNvSpPr/>
          <p:nvPr/>
        </p:nvSpPr>
        <p:spPr>
          <a:xfrm>
            <a:off x="174659" y="960880"/>
            <a:ext cx="2163847" cy="2617557"/>
          </a:xfrm>
          <a:prstGeom prst="up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0">
            <a:scrgbClr r="0" g="0" b="0"/>
          </a:lnRef>
          <a:fillRef idx="0">
            <a:scrgbClr r="0" g="0" b="0"/>
          </a:fillRef>
          <a:effectRef idx="0">
            <a:scrgbClr r="0" g="0" b="0"/>
          </a:effectRef>
          <a:fontRef idx="minor">
            <a:schemeClr val="lt1"/>
          </a:fontRef>
        </p:style>
        <p:txBody>
          <a:bodyPr rtlCol="0" anchor="ctr"/>
          <a:lstStyle/>
          <a:p>
            <a:pPr algn="ctr"/>
            <a:endParaRPr lang="it-IT"/>
          </a:p>
        </p:txBody>
      </p:sp>
      <p:sp>
        <p:nvSpPr>
          <p:cNvPr id="6" name="Freccia in su 5">
            <a:extLst>
              <a:ext uri="{FF2B5EF4-FFF2-40B4-BE49-F238E27FC236}">
                <a16:creationId xmlns:a16="http://schemas.microsoft.com/office/drawing/2014/main" id="{3FA2603D-74EF-539B-FB64-45F256D0258B}"/>
              </a:ext>
            </a:extLst>
          </p:cNvPr>
          <p:cNvSpPr/>
          <p:nvPr/>
        </p:nvSpPr>
        <p:spPr>
          <a:xfrm rot="10800000">
            <a:off x="1720197" y="4050390"/>
            <a:ext cx="2163847" cy="2617557"/>
          </a:xfrm>
          <a:prstGeom prst="upArrow">
            <a:avLst/>
          </a:prstGeom>
          <a:solidFill>
            <a:srgbClr val="C00000"/>
          </a:soli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 name="CasellaDiTesto 6">
            <a:extLst>
              <a:ext uri="{FF2B5EF4-FFF2-40B4-BE49-F238E27FC236}">
                <a16:creationId xmlns:a16="http://schemas.microsoft.com/office/drawing/2014/main" id="{BF64A0C3-07F9-5BEC-D067-3DBEB6E4404D}"/>
              </a:ext>
            </a:extLst>
          </p:cNvPr>
          <p:cNvSpPr txBox="1"/>
          <p:nvPr/>
        </p:nvSpPr>
        <p:spPr>
          <a:xfrm>
            <a:off x="2503821" y="857772"/>
            <a:ext cx="5557608" cy="2769989"/>
          </a:xfrm>
          <a:prstGeom prst="rect">
            <a:avLst/>
          </a:prstGeom>
          <a:noFill/>
        </p:spPr>
        <p:txBody>
          <a:bodyPr wrap="square" rtlCol="0">
            <a:spAutoFit/>
          </a:bodyPr>
          <a:lstStyle/>
          <a:p>
            <a:pPr>
              <a:lnSpc>
                <a:spcPct val="150000"/>
              </a:lnSpc>
            </a:pPr>
            <a:r>
              <a:rPr lang="it-IT" sz="2000" b="1" u="sng" dirty="0">
                <a:latin typeface="Cambria Math" panose="02040503050406030204" pitchFamily="18" charset="0"/>
                <a:ea typeface="Cambria Math" panose="02040503050406030204" pitchFamily="18" charset="0"/>
              </a:rPr>
              <a:t>Scenario best</a:t>
            </a: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Si ipotizzano di vendere agli anni 1,2 e 3 rispettivamente: 2.160, 2.592 e 3.456 bottiglie.</a:t>
            </a:r>
          </a:p>
          <a:p>
            <a:pPr marL="342900" indent="-342900">
              <a:buFont typeface="Wingdings" pitchFamily="2" charset="2"/>
              <a:buChar char="v"/>
            </a:pPr>
            <a:endParaRPr lang="it-IT"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Utile d’esercizio anno 1: 2.227,00€</a:t>
            </a:r>
          </a:p>
          <a:p>
            <a:pPr marL="342900" indent="-342900">
              <a:buFont typeface="Wingdings" pitchFamily="2" charset="2"/>
              <a:buChar char="v"/>
            </a:pPr>
            <a:endParaRPr lang="it-IT"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Payback </a:t>
            </a:r>
            <a:r>
              <a:rPr lang="it-IT" dirty="0" err="1">
                <a:latin typeface="Cambria Math" panose="02040503050406030204" pitchFamily="18" charset="0"/>
                <a:ea typeface="Cambria Math" panose="02040503050406030204" pitchFamily="18" charset="0"/>
              </a:rPr>
              <a:t>period</a:t>
            </a:r>
            <a:r>
              <a:rPr lang="it-IT" dirty="0">
                <a:latin typeface="Cambria Math" panose="02040503050406030204" pitchFamily="18" charset="0"/>
                <a:ea typeface="Cambria Math" panose="02040503050406030204" pitchFamily="18" charset="0"/>
              </a:rPr>
              <a:t>: 2 anni</a:t>
            </a:r>
          </a:p>
          <a:p>
            <a:pPr marL="342900" indent="-342900">
              <a:buFont typeface="Wingdings" pitchFamily="2" charset="2"/>
              <a:buChar char="v"/>
            </a:pPr>
            <a:endParaRPr lang="it-IT"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VAN: 9.567,89€</a:t>
            </a:r>
          </a:p>
        </p:txBody>
      </p:sp>
      <p:sp>
        <p:nvSpPr>
          <p:cNvPr id="8" name="CasellaDiTesto 7">
            <a:extLst>
              <a:ext uri="{FF2B5EF4-FFF2-40B4-BE49-F238E27FC236}">
                <a16:creationId xmlns:a16="http://schemas.microsoft.com/office/drawing/2014/main" id="{14E92B41-E4A0-ED37-688C-702E80F31A6F}"/>
              </a:ext>
            </a:extLst>
          </p:cNvPr>
          <p:cNvSpPr txBox="1"/>
          <p:nvPr/>
        </p:nvSpPr>
        <p:spPr>
          <a:xfrm>
            <a:off x="3652599" y="3802911"/>
            <a:ext cx="6018028" cy="2492990"/>
          </a:xfrm>
          <a:prstGeom prst="rect">
            <a:avLst/>
          </a:prstGeom>
          <a:noFill/>
        </p:spPr>
        <p:txBody>
          <a:bodyPr wrap="square" rtlCol="0">
            <a:spAutoFit/>
          </a:bodyPr>
          <a:lstStyle/>
          <a:p>
            <a:pPr>
              <a:lnSpc>
                <a:spcPct val="150000"/>
              </a:lnSpc>
            </a:pPr>
            <a:r>
              <a:rPr lang="it-IT" sz="2000" b="1" u="sng" dirty="0">
                <a:latin typeface="Cambria Math" panose="02040503050406030204" pitchFamily="18" charset="0"/>
                <a:ea typeface="Cambria Math" panose="02040503050406030204" pitchFamily="18" charset="0"/>
              </a:rPr>
              <a:t>Scenario </a:t>
            </a:r>
            <a:r>
              <a:rPr lang="it-IT" sz="2000" b="1" u="sng" dirty="0" err="1">
                <a:latin typeface="Cambria Math" panose="02040503050406030204" pitchFamily="18" charset="0"/>
                <a:ea typeface="Cambria Math" panose="02040503050406030204" pitchFamily="18" charset="0"/>
              </a:rPr>
              <a:t>worst</a:t>
            </a:r>
            <a:endParaRPr lang="it-IT" sz="2000" b="1" u="sng"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Si sottostimano le vendite agli anni 1,2 e 3 che ammontano rispettivamente a: 1.296,  1.728 e 2.592 bottiglie.</a:t>
            </a:r>
          </a:p>
          <a:p>
            <a:pPr marL="342900" indent="-342900">
              <a:buFont typeface="Wingdings" pitchFamily="2" charset="2"/>
              <a:buChar char="v"/>
            </a:pPr>
            <a:endParaRPr lang="it-IT"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Perdita d’esercizio: 3.358,00€</a:t>
            </a:r>
          </a:p>
          <a:p>
            <a:pPr marL="342900" indent="-342900">
              <a:buFont typeface="Wingdings" pitchFamily="2" charset="2"/>
              <a:buChar char="v"/>
            </a:pPr>
            <a:endParaRPr lang="it-IT" dirty="0">
              <a:latin typeface="Cambria Math" panose="02040503050406030204" pitchFamily="18" charset="0"/>
              <a:ea typeface="Cambria Math" panose="02040503050406030204" pitchFamily="18" charset="0"/>
            </a:endParaRPr>
          </a:p>
          <a:p>
            <a:pPr marL="342900" indent="-342900">
              <a:buFont typeface="Wingdings" pitchFamily="2" charset="2"/>
              <a:buChar char="v"/>
            </a:pPr>
            <a:r>
              <a:rPr lang="it-IT" dirty="0">
                <a:latin typeface="Cambria Math" panose="02040503050406030204" pitchFamily="18" charset="0"/>
                <a:ea typeface="Cambria Math" panose="02040503050406030204" pitchFamily="18" charset="0"/>
              </a:rPr>
              <a:t>VAN: -1.577,71€  ma FCFO in crescita progressiva.</a:t>
            </a:r>
          </a:p>
        </p:txBody>
      </p:sp>
      <p:pic>
        <p:nvPicPr>
          <p:cNvPr id="3" name="image2.png">
            <a:extLst>
              <a:ext uri="{FF2B5EF4-FFF2-40B4-BE49-F238E27FC236}">
                <a16:creationId xmlns:a16="http://schemas.microsoft.com/office/drawing/2014/main" id="{FE387CB5-8EDD-4399-B0D7-97BC129EA1AC}"/>
              </a:ext>
            </a:extLst>
          </p:cNvPr>
          <p:cNvPicPr>
            <a:picLocks noChangeAspect="1"/>
          </p:cNvPicPr>
          <p:nvPr/>
        </p:nvPicPr>
        <p:blipFill>
          <a:blip r:embed="rId3" cstate="print"/>
          <a:stretch>
            <a:fillRect/>
          </a:stretch>
        </p:blipFill>
        <p:spPr>
          <a:xfrm>
            <a:off x="9931627" y="106813"/>
            <a:ext cx="2081568" cy="1328347"/>
          </a:xfrm>
          <a:prstGeom prst="rect">
            <a:avLst/>
          </a:prstGeom>
          <a:effectLst>
            <a:innerShdw blurRad="63500" dist="50800" dir="13500000">
              <a:prstClr val="black">
                <a:alpha val="50000"/>
              </a:prstClr>
            </a:innerShdw>
          </a:effectLst>
        </p:spPr>
      </p:pic>
      <p:pic>
        <p:nvPicPr>
          <p:cNvPr id="9" name="Immagine 8" descr="Immagine che contiene logo&#10;&#10;Descrizione generata automaticamente">
            <a:extLst>
              <a:ext uri="{FF2B5EF4-FFF2-40B4-BE49-F238E27FC236}">
                <a16:creationId xmlns:a16="http://schemas.microsoft.com/office/drawing/2014/main" id="{DD290982-7FD1-1DC0-6E04-D48E4C34B46E}"/>
              </a:ext>
            </a:extLst>
          </p:cNvPr>
          <p:cNvPicPr>
            <a:picLocks noChangeAspect="1"/>
          </p:cNvPicPr>
          <p:nvPr/>
        </p:nvPicPr>
        <p:blipFill rotWithShape="1">
          <a:blip r:embed="rId4">
            <a:biLevel thresh="75000"/>
            <a:alphaModFix amt="50000"/>
            <a:extLst>
              <a:ext uri="{BEBA8EAE-BF5A-486C-A8C5-ECC9F3942E4B}">
                <a14:imgProps xmlns:a14="http://schemas.microsoft.com/office/drawing/2010/main">
                  <a14:imgLayer r:embed="rId5">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t="26128" b="42626"/>
          <a:stretch/>
        </p:blipFill>
        <p:spPr bwMode="auto">
          <a:xfrm>
            <a:off x="9861997" y="5685654"/>
            <a:ext cx="2220828" cy="980472"/>
          </a:xfrm>
          <a:prstGeom prst="rect">
            <a:avLst/>
          </a:prstGeom>
          <a:ln>
            <a:noFill/>
          </a:ln>
          <a:effectLst>
            <a:innerShdw blurRad="63500" dist="50800" dir="13500000">
              <a:prstClr val="black">
                <a:alpha val="50000"/>
              </a:prstClr>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56773017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Segnaposto contenuto 3" descr="Immagine che contiene aria aperta, albero, cielo, erba&#10;&#10;Descrizione generata automaticamente">
            <a:extLst>
              <a:ext uri="{FF2B5EF4-FFF2-40B4-BE49-F238E27FC236}">
                <a16:creationId xmlns:a16="http://schemas.microsoft.com/office/drawing/2014/main" id="{0A8C0F61-50A1-8171-4620-E1E29456D955}"/>
              </a:ext>
            </a:extLst>
          </p:cNvPr>
          <p:cNvPicPr>
            <a:picLocks noGrp="1" noChangeAspect="1"/>
          </p:cNvPicPr>
          <p:nvPr>
            <p:ph idx="1"/>
          </p:nvPr>
        </p:nvPicPr>
        <p:blipFill rotWithShape="1">
          <a:blip r:embed="rId3">
            <a:alphaModFix amt="35000"/>
          </a:blip>
          <a:srcRect t="1316"/>
          <a:stretch/>
        </p:blipFill>
        <p:spPr>
          <a:xfrm>
            <a:off x="0" y="0"/>
            <a:ext cx="12192000" cy="685800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1F6C0A0-0F29-67E0-474E-BBFD7EFB2EB2}"/>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b="1">
                <a:solidFill>
                  <a:schemeClr val="tx1">
                    <a:lumMod val="85000"/>
                    <a:lumOff val="15000"/>
                  </a:schemeClr>
                </a:solidFill>
              </a:rPr>
              <a:t>FINE PRESENTAZIONE</a:t>
            </a:r>
            <a:endParaRPr lang="en-US" sz="3600" b="1" dirty="0">
              <a:solidFill>
                <a:schemeClr val="tx1">
                  <a:lumMod val="85000"/>
                  <a:lumOff val="15000"/>
                </a:schemeClr>
              </a:solidFill>
            </a:endParaRP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7" name="image2.png">
            <a:extLst>
              <a:ext uri="{FF2B5EF4-FFF2-40B4-BE49-F238E27FC236}">
                <a16:creationId xmlns:a16="http://schemas.microsoft.com/office/drawing/2014/main" id="{339DCCC1-2EC5-8D42-AC72-B7900A555199}"/>
              </a:ext>
            </a:extLst>
          </p:cNvPr>
          <p:cNvPicPr>
            <a:picLocks noChangeAspect="1"/>
          </p:cNvPicPr>
          <p:nvPr/>
        </p:nvPicPr>
        <p:blipFill>
          <a:blip r:embed="rId4" cstate="print"/>
          <a:stretch>
            <a:fillRect/>
          </a:stretch>
        </p:blipFill>
        <p:spPr>
          <a:xfrm>
            <a:off x="4641273" y="271516"/>
            <a:ext cx="2909454" cy="1856660"/>
          </a:xfrm>
          <a:prstGeom prst="rect">
            <a:avLst/>
          </a:prstGeom>
          <a:effectLst>
            <a:innerShdw blurRad="63500" dist="50800" dir="13500000">
              <a:prstClr val="black">
                <a:alpha val="50000"/>
              </a:prstClr>
            </a:innerShdw>
          </a:effectLst>
        </p:spPr>
      </p:pic>
      <p:sp>
        <p:nvSpPr>
          <p:cNvPr id="3" name="CasellaDiTesto 2">
            <a:extLst>
              <a:ext uri="{FF2B5EF4-FFF2-40B4-BE49-F238E27FC236}">
                <a16:creationId xmlns:a16="http://schemas.microsoft.com/office/drawing/2014/main" id="{0373622A-16FC-A627-042C-6B4F10C3D577}"/>
              </a:ext>
            </a:extLst>
          </p:cNvPr>
          <p:cNvSpPr txBox="1"/>
          <p:nvPr/>
        </p:nvSpPr>
        <p:spPr>
          <a:xfrm>
            <a:off x="8645525" y="4405603"/>
            <a:ext cx="3479800" cy="830997"/>
          </a:xfrm>
          <a:prstGeom prst="rect">
            <a:avLst/>
          </a:prstGeom>
          <a:noFill/>
        </p:spPr>
        <p:txBody>
          <a:bodyPr wrap="square" rtlCol="0">
            <a:spAutoFit/>
          </a:bodyPr>
          <a:lstStyle/>
          <a:p>
            <a:pPr algn="r"/>
            <a:r>
              <a:rPr lang="it-IT" sz="1600" b="1" dirty="0">
                <a:effectLst/>
                <a:latin typeface="TimesNewRomanPS"/>
                <a:ea typeface="Times New Roman" panose="02020603050405020304" pitchFamily="18" charset="0"/>
              </a:rPr>
              <a:t>Progetto presentato da:                                                      </a:t>
            </a:r>
            <a:endParaRPr lang="it-IT" sz="1600" dirty="0">
              <a:effectLst/>
              <a:latin typeface="Times New Roman" panose="02020603050405020304" pitchFamily="18" charset="0"/>
              <a:ea typeface="Times New Roman" panose="02020603050405020304" pitchFamily="18" charset="0"/>
            </a:endParaRPr>
          </a:p>
          <a:p>
            <a:pPr algn="r"/>
            <a:r>
              <a:rPr lang="it-IT" sz="1600" dirty="0">
                <a:effectLst/>
                <a:latin typeface="TimesNewRomanPSMT"/>
                <a:ea typeface="Times New Roman" panose="02020603050405020304" pitchFamily="18" charset="0"/>
              </a:rPr>
              <a:t>Andrea Lucchesi, Giuseppe Zarbo, </a:t>
            </a:r>
            <a:endParaRPr lang="it-IT" sz="1600" dirty="0">
              <a:effectLst/>
              <a:latin typeface="Times New Roman" panose="02020603050405020304" pitchFamily="18" charset="0"/>
              <a:ea typeface="Times New Roman" panose="02020603050405020304" pitchFamily="18" charset="0"/>
            </a:endParaRPr>
          </a:p>
          <a:p>
            <a:r>
              <a:rPr lang="it-IT" sz="1600" kern="0" dirty="0">
                <a:effectLst/>
                <a:latin typeface="TimesNewRomanPSMT"/>
                <a:ea typeface="Times New Roman" panose="02020603050405020304" pitchFamily="18" charset="0"/>
              </a:rPr>
              <a:t>         Marco </a:t>
            </a:r>
            <a:r>
              <a:rPr lang="it-IT" sz="1600" kern="0" dirty="0" err="1">
                <a:effectLst/>
                <a:latin typeface="TimesNewRomanPSMT"/>
                <a:ea typeface="Times New Roman" panose="02020603050405020304" pitchFamily="18" charset="0"/>
              </a:rPr>
              <a:t>Lippelli</a:t>
            </a:r>
            <a:r>
              <a:rPr lang="it-IT" sz="1600" kern="0" dirty="0">
                <a:effectLst/>
                <a:latin typeface="TimesNewRomanPSMT"/>
                <a:ea typeface="Times New Roman" panose="02020603050405020304" pitchFamily="18" charset="0"/>
              </a:rPr>
              <a:t>, Andrea </a:t>
            </a:r>
            <a:r>
              <a:rPr lang="it-IT" sz="1600" kern="0" dirty="0" err="1">
                <a:effectLst/>
                <a:latin typeface="TimesNewRomanPSMT"/>
                <a:ea typeface="Times New Roman" panose="02020603050405020304" pitchFamily="18" charset="0"/>
              </a:rPr>
              <a:t>Paranzino</a:t>
            </a:r>
            <a:endParaRPr lang="it-IT" sz="1600" dirty="0"/>
          </a:p>
        </p:txBody>
      </p:sp>
      <p:sp>
        <p:nvSpPr>
          <p:cNvPr id="5" name="Casella di testo 1">
            <a:extLst>
              <a:ext uri="{FF2B5EF4-FFF2-40B4-BE49-F238E27FC236}">
                <a16:creationId xmlns:a16="http://schemas.microsoft.com/office/drawing/2014/main" id="{FC0BB902-7A0C-BB1A-791B-7492EFF6E50A}"/>
              </a:ext>
            </a:extLst>
          </p:cNvPr>
          <p:cNvSpPr txBox="1"/>
          <p:nvPr/>
        </p:nvSpPr>
        <p:spPr>
          <a:xfrm>
            <a:off x="66675" y="4595245"/>
            <a:ext cx="3994962" cy="72199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it-IT" sz="1600" b="1" dirty="0">
                <a:effectLst/>
                <a:latin typeface="Times New Roman" panose="02020603050405020304" pitchFamily="18" charset="0"/>
                <a:ea typeface="Times New Roman" panose="02020603050405020304" pitchFamily="18" charset="0"/>
              </a:rPr>
              <a:t>Tutor aziendale</a:t>
            </a:r>
            <a:r>
              <a:rPr lang="it-IT" sz="1600" dirty="0">
                <a:effectLst/>
                <a:latin typeface="Times New Roman" panose="02020603050405020304" pitchFamily="18" charset="0"/>
                <a:ea typeface="Times New Roman" panose="02020603050405020304" pitchFamily="18" charset="0"/>
              </a:rPr>
              <a:t>: Leonardo Zerilli</a:t>
            </a:r>
          </a:p>
          <a:p>
            <a:r>
              <a:rPr lang="it-IT" sz="1600" b="1" dirty="0">
                <a:effectLst/>
                <a:latin typeface="Times New Roman" panose="02020603050405020304" pitchFamily="18" charset="0"/>
                <a:ea typeface="Times New Roman" panose="02020603050405020304" pitchFamily="18" charset="0"/>
              </a:rPr>
              <a:t>Tutor accademico</a:t>
            </a:r>
            <a:r>
              <a:rPr lang="it-IT" sz="1600" dirty="0">
                <a:effectLst/>
                <a:latin typeface="Times New Roman" panose="02020603050405020304" pitchFamily="18" charset="0"/>
                <a:ea typeface="Times New Roman" panose="02020603050405020304" pitchFamily="18" charset="0"/>
              </a:rPr>
              <a:t>: Maria Saveria </a:t>
            </a:r>
            <a:r>
              <a:rPr lang="it-IT" sz="1600" dirty="0" err="1">
                <a:effectLst/>
                <a:latin typeface="Times New Roman" panose="02020603050405020304" pitchFamily="18" charset="0"/>
                <a:ea typeface="Times New Roman" panose="02020603050405020304" pitchFamily="18" charset="0"/>
              </a:rPr>
              <a:t>Mavillonio</a:t>
            </a:r>
            <a:r>
              <a:rPr lang="it-IT" sz="1600" dirty="0">
                <a:effectLst/>
                <a:latin typeface="Times New Roman" panose="02020603050405020304" pitchFamily="18" charset="0"/>
                <a:ea typeface="Times New Roman" panose="02020603050405020304" pitchFamily="18" charset="0"/>
              </a:rPr>
              <a:t> </a:t>
            </a:r>
          </a:p>
        </p:txBody>
      </p:sp>
      <p:sp>
        <p:nvSpPr>
          <p:cNvPr id="8" name="CasellaDiTesto 7">
            <a:extLst>
              <a:ext uri="{FF2B5EF4-FFF2-40B4-BE49-F238E27FC236}">
                <a16:creationId xmlns:a16="http://schemas.microsoft.com/office/drawing/2014/main" id="{8CF1E4BA-0B42-1E46-819F-47A2FC6A858D}"/>
              </a:ext>
            </a:extLst>
          </p:cNvPr>
          <p:cNvSpPr txBox="1"/>
          <p:nvPr/>
        </p:nvSpPr>
        <p:spPr>
          <a:xfrm>
            <a:off x="0" y="6257836"/>
            <a:ext cx="3434316" cy="600164"/>
          </a:xfrm>
          <a:prstGeom prst="rect">
            <a:avLst/>
          </a:prstGeom>
          <a:noFill/>
        </p:spPr>
        <p:txBody>
          <a:bodyPr wrap="square">
            <a:spAutoFit/>
          </a:bodyPr>
          <a:lstStyle/>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Terre del sole Zerilli</a:t>
            </a:r>
          </a:p>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Via Cafiso, 355, Petrosino (TP) - Tel. +39 320 6342428</a:t>
            </a:r>
          </a:p>
          <a:p>
            <a:pPr marR="228600">
              <a:tabLst>
                <a:tab pos="3060065" algn="ctr"/>
                <a:tab pos="6120130" algn="r"/>
              </a:tabLst>
            </a:pPr>
            <a:r>
              <a:rPr lang="it-IT" sz="1100" kern="100" dirty="0">
                <a:effectLst/>
                <a:latin typeface="Calibri" panose="020F0502020204030204" pitchFamily="34" charset="0"/>
                <a:ea typeface="Calibri" panose="020F0502020204030204" pitchFamily="34" charset="0"/>
                <a:cs typeface="Times New Roman" panose="02020603050405020304" pitchFamily="18" charset="0"/>
              </a:rPr>
              <a:t>E-mail: </a:t>
            </a:r>
            <a:r>
              <a:rPr lang="it-IT" sz="1100" kern="100" dirty="0" err="1">
                <a:effectLst/>
                <a:latin typeface="Calibri" panose="020F0502020204030204" pitchFamily="34" charset="0"/>
                <a:ea typeface="Calibri" panose="020F0502020204030204" pitchFamily="34" charset="0"/>
                <a:cs typeface="Times New Roman" panose="02020603050405020304" pitchFamily="18" charset="0"/>
              </a:rPr>
              <a:t>info@terredelsolezerilli.it</a:t>
            </a:r>
            <a:endParaRPr lang="it-IT"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3.png">
            <a:extLst>
              <a:ext uri="{FF2B5EF4-FFF2-40B4-BE49-F238E27FC236}">
                <a16:creationId xmlns:a16="http://schemas.microsoft.com/office/drawing/2014/main" id="{9CF7F269-6BE6-5B1A-863E-4578984E2C03}"/>
              </a:ext>
            </a:extLst>
          </p:cNvPr>
          <p:cNvPicPr>
            <a:picLocks noChangeAspect="1"/>
          </p:cNvPicPr>
          <p:nvPr/>
        </p:nvPicPr>
        <p:blipFill>
          <a:blip r:embed="rId5" cstate="print"/>
          <a:stretch>
            <a:fillRect/>
          </a:stretch>
        </p:blipFill>
        <p:spPr>
          <a:xfrm>
            <a:off x="4136390" y="2657073"/>
            <a:ext cx="3985894" cy="1543854"/>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28039451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TotalTime>
  <Words>1948</Words>
  <Application>Microsoft Macintosh PowerPoint</Application>
  <PresentationFormat>Widescreen</PresentationFormat>
  <Paragraphs>522</Paragraphs>
  <Slides>22</Slides>
  <Notes>21</Notes>
  <HiddenSlides>0</HiddenSlides>
  <MMClips>0</MMClips>
  <ScaleCrop>false</ScaleCrop>
  <HeadingPairs>
    <vt:vector size="6" baseType="variant">
      <vt:variant>
        <vt:lpstr>Caratteri utilizzati</vt:lpstr>
      </vt:variant>
      <vt:variant>
        <vt:i4>11</vt:i4>
      </vt:variant>
      <vt:variant>
        <vt:lpstr>Tema</vt:lpstr>
      </vt:variant>
      <vt:variant>
        <vt:i4>1</vt:i4>
      </vt:variant>
      <vt:variant>
        <vt:lpstr>Titoli diapositive</vt:lpstr>
      </vt:variant>
      <vt:variant>
        <vt:i4>22</vt:i4>
      </vt:variant>
    </vt:vector>
  </HeadingPairs>
  <TitlesOfParts>
    <vt:vector size="34" baseType="lpstr">
      <vt:lpstr>Arial</vt:lpstr>
      <vt:lpstr>Arial MT</vt:lpstr>
      <vt:lpstr>Calibri</vt:lpstr>
      <vt:lpstr>Calibri Light</vt:lpstr>
      <vt:lpstr>Cambria Math</vt:lpstr>
      <vt:lpstr>Century</vt:lpstr>
      <vt:lpstr>Palatino Linotype</vt:lpstr>
      <vt:lpstr>Times New Roman</vt:lpstr>
      <vt:lpstr>TimesNewRomanPS</vt:lpstr>
      <vt:lpstr>TimesNewRomanPSMT</vt:lpstr>
      <vt:lpstr>Wingdings</vt:lpstr>
      <vt:lpstr>Tema di Office</vt:lpstr>
      <vt:lpstr>Dipartimento di Economia e Management Corso di Laurea magistrale in Banca, Finanza Aziendale e Mercati Finanziari Business Plan per il progetto di Finanza per le Operazioni Straordinarie  </vt:lpstr>
      <vt:lpstr>EXECUTIVE SUMMARY</vt:lpstr>
      <vt:lpstr>ANALISI FATTIBILITA’ IMPRENDITORIALE</vt:lpstr>
      <vt:lpstr>ANALISI FATTIBILITA’ DI MERCATO</vt:lpstr>
      <vt:lpstr>ANALISI FATTIBILITA’ DI MERCATO</vt:lpstr>
      <vt:lpstr>Presentazione standard di PowerPoint</vt:lpstr>
      <vt:lpstr>Presentazione standard di PowerPoint</vt:lpstr>
      <vt:lpstr>Presentazione standard di PowerPoint</vt:lpstr>
      <vt:lpstr>Definizione potenziale di vendita</vt:lpstr>
      <vt:lpstr>POTENZIALE DI VENDITA</vt:lpstr>
      <vt:lpstr>PIANO DI COMUNICAZIONE</vt:lpstr>
      <vt:lpstr>MATRICE SWOT</vt:lpstr>
      <vt:lpstr>COSTO DEL PERSONALE</vt:lpstr>
      <vt:lpstr>Presentazione standard di PowerPoint</vt:lpstr>
      <vt:lpstr>PIANO ECONOMICO-FINANZIARIO</vt:lpstr>
      <vt:lpstr>BREAK EVEN POINT</vt:lpstr>
      <vt:lpstr>Presentazione standard di PowerPoint</vt:lpstr>
      <vt:lpstr>Presentazione standard di PowerPoint</vt:lpstr>
      <vt:lpstr>Presentazione standard di PowerPoint</vt:lpstr>
      <vt:lpstr>Presentazione standard di PowerPoint</vt:lpstr>
      <vt:lpstr>ANALISI DI SCENARIO</vt:lpstr>
      <vt:lpstr>FINE PRESENTAZIONE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Dipartimento di Economia e Management Corso di Laurea magistrale in Banca, Finanza Aziendale e Mercati Finanziari Business Plan per il progetto di Finanza per le Operazioni Straordinarie </dc:title>
  <dc:creator>Andrea Lucchesi</dc:creator>
  <cp:lastModifiedBy>Andrea Lucchesi</cp:lastModifiedBy>
  <cp:revision>1</cp:revision>
  <dcterms:created xsi:type="dcterms:W3CDTF">2023-05-02T19:41:30Z</dcterms:created>
  <dcterms:modified xsi:type="dcterms:W3CDTF">2023-05-16T20:17:36Z</dcterms:modified>
</cp:coreProperties>
</file>